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4" r:id="rId9"/>
    <p:sldId id="265" r:id="rId10"/>
    <p:sldId id="272" r:id="rId11"/>
    <p:sldId id="273" r:id="rId12"/>
    <p:sldId id="274" r:id="rId13"/>
    <p:sldId id="263" r:id="rId14"/>
    <p:sldId id="270" r:id="rId15"/>
    <p:sldId id="276" r:id="rId16"/>
    <p:sldId id="275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3B6FBD-A004-466D-AC08-7B792CF67F03}" v="214" dt="2026-07-11T16:51:58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rav Korekar" userId="e0c76f9583a24a1d" providerId="LiveId" clId="{7219E4BD-BC7B-4D83-9910-0C956043BFBA}"/>
    <pc:docChg chg="undo custSel addSld delSld modSld sldOrd">
      <pc:chgData name="Gaurav Korekar" userId="e0c76f9583a24a1d" providerId="LiveId" clId="{7219E4BD-BC7B-4D83-9910-0C956043BFBA}" dt="2026-07-11T16:55:51.647" v="625" actId="1035"/>
      <pc:docMkLst>
        <pc:docMk/>
      </pc:docMkLst>
      <pc:sldChg chg="modSp mod">
        <pc:chgData name="Gaurav Korekar" userId="e0c76f9583a24a1d" providerId="LiveId" clId="{7219E4BD-BC7B-4D83-9910-0C956043BFBA}" dt="2026-07-11T14:47:24.337" v="37" actId="20577"/>
        <pc:sldMkLst>
          <pc:docMk/>
          <pc:sldMk cId="0" sldId="258"/>
        </pc:sldMkLst>
        <pc:graphicFrameChg chg="modGraphic">
          <ac:chgData name="Gaurav Korekar" userId="e0c76f9583a24a1d" providerId="LiveId" clId="{7219E4BD-BC7B-4D83-9910-0C956043BFBA}" dt="2026-07-11T14:47:24.337" v="37" actId="20577"/>
          <ac:graphicFrameMkLst>
            <pc:docMk/>
            <pc:sldMk cId="0" sldId="258"/>
            <ac:graphicFrameMk id="14" creationId="{6197D120-A841-C551-5D9F-3796B790B99B}"/>
          </ac:graphicFrameMkLst>
        </pc:graphicFrameChg>
      </pc:sldChg>
      <pc:sldChg chg="modSp mod">
        <pc:chgData name="Gaurav Korekar" userId="e0c76f9583a24a1d" providerId="LiveId" clId="{7219E4BD-BC7B-4D83-9910-0C956043BFBA}" dt="2026-07-11T16:23:41.821" v="398" actId="20577"/>
        <pc:sldMkLst>
          <pc:docMk/>
          <pc:sldMk cId="0" sldId="261"/>
        </pc:sldMkLst>
        <pc:graphicFrameChg chg="modGraphic">
          <ac:chgData name="Gaurav Korekar" userId="e0c76f9583a24a1d" providerId="LiveId" clId="{7219E4BD-BC7B-4D83-9910-0C956043BFBA}" dt="2026-07-11T16:23:41.821" v="398" actId="20577"/>
          <ac:graphicFrameMkLst>
            <pc:docMk/>
            <pc:sldMk cId="0" sldId="261"/>
            <ac:graphicFrameMk id="25" creationId="{B74A0A86-D9F2-E57E-74EA-7F06BD8D2635}"/>
          </ac:graphicFrameMkLst>
        </pc:graphicFrameChg>
      </pc:sldChg>
      <pc:sldChg chg="modSp mod ord">
        <pc:chgData name="Gaurav Korekar" userId="e0c76f9583a24a1d" providerId="LiveId" clId="{7219E4BD-BC7B-4D83-9910-0C956043BFBA}" dt="2026-07-11T16:02:56.133" v="345"/>
        <pc:sldMkLst>
          <pc:docMk/>
          <pc:sldMk cId="0" sldId="262"/>
        </pc:sldMkLst>
        <pc:spChg chg="mod">
          <ac:chgData name="Gaurav Korekar" userId="e0c76f9583a24a1d" providerId="LiveId" clId="{7219E4BD-BC7B-4D83-9910-0C956043BFBA}" dt="2026-07-11T14:48:46.512" v="54" actId="20577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Gaurav Korekar" userId="e0c76f9583a24a1d" providerId="LiveId" clId="{7219E4BD-BC7B-4D83-9910-0C956043BFBA}" dt="2026-07-11T16:55:08.019" v="617" actId="403"/>
        <pc:sldMkLst>
          <pc:docMk/>
          <pc:sldMk cId="0" sldId="263"/>
        </pc:sldMkLst>
        <pc:spChg chg="mod">
          <ac:chgData name="Gaurav Korekar" userId="e0c76f9583a24a1d" providerId="LiveId" clId="{7219E4BD-BC7B-4D83-9910-0C956043BFBA}" dt="2026-07-11T16:55:08.019" v="617" actId="403"/>
          <ac:spMkLst>
            <pc:docMk/>
            <pc:sldMk cId="0" sldId="263"/>
            <ac:spMk id="7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55:08.019" v="617" actId="403"/>
          <ac:spMkLst>
            <pc:docMk/>
            <pc:sldMk cId="0" sldId="263"/>
            <ac:spMk id="8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55:08.019" v="617" actId="403"/>
          <ac:spMkLst>
            <pc:docMk/>
            <pc:sldMk cId="0" sldId="263"/>
            <ac:spMk id="9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54:26.310" v="600" actId="122"/>
          <ac:spMkLst>
            <pc:docMk/>
            <pc:sldMk cId="0" sldId="263"/>
            <ac:spMk id="11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54:50.853" v="605" actId="403"/>
          <ac:spMkLst>
            <pc:docMk/>
            <pc:sldMk cId="0" sldId="263"/>
            <ac:spMk id="13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54:50.853" v="605" actId="403"/>
          <ac:spMkLst>
            <pc:docMk/>
            <pc:sldMk cId="0" sldId="263"/>
            <ac:spMk id="15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54:50.853" v="605" actId="403"/>
          <ac:spMkLst>
            <pc:docMk/>
            <pc:sldMk cId="0" sldId="263"/>
            <ac:spMk id="17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54:50.853" v="605" actId="403"/>
          <ac:spMkLst>
            <pc:docMk/>
            <pc:sldMk cId="0" sldId="263"/>
            <ac:spMk id="18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54:50.853" v="605" actId="403"/>
          <ac:spMkLst>
            <pc:docMk/>
            <pc:sldMk cId="0" sldId="263"/>
            <ac:spMk id="20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54:50.853" v="605" actId="403"/>
          <ac:spMkLst>
            <pc:docMk/>
            <pc:sldMk cId="0" sldId="263"/>
            <ac:spMk id="23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54:50.853" v="605" actId="403"/>
          <ac:spMkLst>
            <pc:docMk/>
            <pc:sldMk cId="0" sldId="263"/>
            <ac:spMk id="24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54:50.853" v="605" actId="403"/>
          <ac:spMkLst>
            <pc:docMk/>
            <pc:sldMk cId="0" sldId="263"/>
            <ac:spMk id="26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54:50.853" v="605" actId="403"/>
          <ac:spMkLst>
            <pc:docMk/>
            <pc:sldMk cId="0" sldId="263"/>
            <ac:spMk id="28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54:57.526" v="611" actId="403"/>
          <ac:spMkLst>
            <pc:docMk/>
            <pc:sldMk cId="0" sldId="263"/>
            <ac:spMk id="29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54:50.853" v="605" actId="403"/>
          <ac:spMkLst>
            <pc:docMk/>
            <pc:sldMk cId="0" sldId="263"/>
            <ac:spMk id="30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54:16.776" v="597" actId="20577"/>
          <ac:spMkLst>
            <pc:docMk/>
            <pc:sldMk cId="0" sldId="263"/>
            <ac:spMk id="31" creationId="{00000000-0000-0000-0000-000000000000}"/>
          </ac:spMkLst>
        </pc:spChg>
      </pc:sldChg>
      <pc:sldChg chg="addSp delSp modSp mod ord">
        <pc:chgData name="Gaurav Korekar" userId="e0c76f9583a24a1d" providerId="LiveId" clId="{7219E4BD-BC7B-4D83-9910-0C956043BFBA}" dt="2026-07-11T16:05:00.310" v="349"/>
        <pc:sldMkLst>
          <pc:docMk/>
          <pc:sldMk cId="0" sldId="264"/>
        </pc:sldMkLst>
        <pc:spChg chg="mod">
          <ac:chgData name="Gaurav Korekar" userId="e0c76f9583a24a1d" providerId="LiveId" clId="{7219E4BD-BC7B-4D83-9910-0C956043BFBA}" dt="2026-07-11T14:51:53.791" v="73" actId="1076"/>
          <ac:spMkLst>
            <pc:docMk/>
            <pc:sldMk cId="0" sldId="264"/>
            <ac:spMk id="2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0:43:46.272" v="1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0:43:46.272" v="1" actId="478"/>
          <ac:spMkLst>
            <pc:docMk/>
            <pc:sldMk cId="0" sldId="264"/>
            <ac:spMk id="8" creationId="{00000000-0000-0000-0000-000000000000}"/>
          </ac:spMkLst>
        </pc:spChg>
        <pc:spChg chg="add mod">
          <ac:chgData name="Gaurav Korekar" userId="e0c76f9583a24a1d" providerId="LiveId" clId="{7219E4BD-BC7B-4D83-9910-0C956043BFBA}" dt="2026-07-11T14:55:17.656" v="104" actId="113"/>
          <ac:spMkLst>
            <pc:docMk/>
            <pc:sldMk cId="0" sldId="264"/>
            <ac:spMk id="8" creationId="{652ED8DC-69E4-8564-B71C-2544163C3CBC}"/>
          </ac:spMkLst>
        </pc:spChg>
        <pc:spChg chg="del">
          <ac:chgData name="Gaurav Korekar" userId="e0c76f9583a24a1d" providerId="LiveId" clId="{7219E4BD-BC7B-4D83-9910-0C956043BFBA}" dt="2026-07-11T10:43:46.272" v="1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0:43:46.272" v="1" actId="478"/>
          <ac:spMkLst>
            <pc:docMk/>
            <pc:sldMk cId="0" sldId="264"/>
            <ac:spMk id="10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0:43:46.272" v="1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0:43:46.272" v="1" actId="478"/>
          <ac:spMkLst>
            <pc:docMk/>
            <pc:sldMk cId="0" sldId="264"/>
            <ac:spMk id="12" creationId="{00000000-0000-0000-0000-000000000000}"/>
          </ac:spMkLst>
        </pc:spChg>
        <pc:spChg chg="del mod">
          <ac:chgData name="Gaurav Korekar" userId="e0c76f9583a24a1d" providerId="LiveId" clId="{7219E4BD-BC7B-4D83-9910-0C956043BFBA}" dt="2026-07-11T14:52:56.818" v="87" actId="478"/>
          <ac:spMkLst>
            <pc:docMk/>
            <pc:sldMk cId="0" sldId="264"/>
            <ac:spMk id="13" creationId="{00000000-0000-0000-0000-000000000000}"/>
          </ac:spMkLst>
        </pc:spChg>
        <pc:spChg chg="del mod">
          <ac:chgData name="Gaurav Korekar" userId="e0c76f9583a24a1d" providerId="LiveId" clId="{7219E4BD-BC7B-4D83-9910-0C956043BFBA}" dt="2026-07-11T14:52:52.331" v="86" actId="478"/>
          <ac:spMkLst>
            <pc:docMk/>
            <pc:sldMk cId="0" sldId="264"/>
            <ac:spMk id="14" creationId="{00000000-0000-0000-0000-000000000000}"/>
          </ac:spMkLst>
        </pc:spChg>
        <pc:graphicFrameChg chg="add del modGraphic">
          <ac:chgData name="Gaurav Korekar" userId="e0c76f9583a24a1d" providerId="LiveId" clId="{7219E4BD-BC7B-4D83-9910-0C956043BFBA}" dt="2026-07-11T14:51:55.896" v="78" actId="1032"/>
          <ac:graphicFrameMkLst>
            <pc:docMk/>
            <pc:sldMk cId="0" sldId="264"/>
            <ac:graphicFrameMk id="7" creationId="{DF072232-B0A3-D1E6-2666-3CAC9A28246B}"/>
          </ac:graphicFrameMkLst>
        </pc:graphicFrameChg>
        <pc:graphicFrameChg chg="add del modGraphic">
          <ac:chgData name="Gaurav Korekar" userId="e0c76f9583a24a1d" providerId="LiveId" clId="{7219E4BD-BC7B-4D83-9910-0C956043BFBA}" dt="2026-07-11T10:44:59.096" v="3" actId="1032"/>
          <ac:graphicFrameMkLst>
            <pc:docMk/>
            <pc:sldMk cId="0" sldId="264"/>
            <ac:graphicFrameMk id="16" creationId="{9E157AA6-0860-F418-691F-D83B75495FE4}"/>
          </ac:graphicFrameMkLst>
        </pc:graphicFrameChg>
        <pc:graphicFrameChg chg="add mod modGraphic">
          <ac:chgData name="Gaurav Korekar" userId="e0c76f9583a24a1d" providerId="LiveId" clId="{7219E4BD-BC7B-4D83-9910-0C956043BFBA}" dt="2026-07-11T10:48:26.420" v="33" actId="14100"/>
          <ac:graphicFrameMkLst>
            <pc:docMk/>
            <pc:sldMk cId="0" sldId="264"/>
            <ac:graphicFrameMk id="17" creationId="{7EF13145-EBFC-AA86-BD32-2342F8862A70}"/>
          </ac:graphicFrameMkLst>
        </pc:graphicFrameChg>
      </pc:sldChg>
      <pc:sldChg chg="addSp delSp modSp mod ord">
        <pc:chgData name="Gaurav Korekar" userId="e0c76f9583a24a1d" providerId="LiveId" clId="{7219E4BD-BC7B-4D83-9910-0C956043BFBA}" dt="2026-07-11T16:05:30.276" v="351"/>
        <pc:sldMkLst>
          <pc:docMk/>
          <pc:sldMk cId="0" sldId="265"/>
        </pc:sldMkLst>
        <pc:spChg chg="del mod">
          <ac:chgData name="Gaurav Korekar" userId="e0c76f9583a24a1d" providerId="LiveId" clId="{7219E4BD-BC7B-4D83-9910-0C956043BFBA}" dt="2026-07-11T15:58:39.368" v="331" actId="478"/>
          <ac:spMkLst>
            <pc:docMk/>
            <pc:sldMk cId="0" sldId="265"/>
            <ac:spMk id="2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4:56:15.292" v="107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4:56:15.292" v="107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4:56:15.292" v="107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4:56:15.292" v="107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4:56:15.292" v="107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4:56:15.292" v="107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4:56:15.292" v="107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4:56:15.292" v="107" actId="47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4:56:15.292" v="107" actId="478"/>
          <ac:spMkLst>
            <pc:docMk/>
            <pc:sldMk cId="0" sldId="265"/>
            <ac:spMk id="15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4:56:15.292" v="107" actId="478"/>
          <ac:spMkLst>
            <pc:docMk/>
            <pc:sldMk cId="0" sldId="265"/>
            <ac:spMk id="16" creationId="{00000000-0000-0000-0000-000000000000}"/>
          </ac:spMkLst>
        </pc:spChg>
        <pc:spChg chg="add mod">
          <ac:chgData name="Gaurav Korekar" userId="e0c76f9583a24a1d" providerId="LiveId" clId="{7219E4BD-BC7B-4D83-9910-0C956043BFBA}" dt="2026-07-11T15:15:59.799" v="205" actId="11529"/>
          <ac:spMkLst>
            <pc:docMk/>
            <pc:sldMk cId="0" sldId="265"/>
            <ac:spMk id="20" creationId="{26529378-650F-58BE-4D68-9B305711825B}"/>
          </ac:spMkLst>
        </pc:spChg>
        <pc:graphicFrameChg chg="add del modGraphic">
          <ac:chgData name="Gaurav Korekar" userId="e0c76f9583a24a1d" providerId="LiveId" clId="{7219E4BD-BC7B-4D83-9910-0C956043BFBA}" dt="2026-07-11T14:56:34.815" v="109" actId="1032"/>
          <ac:graphicFrameMkLst>
            <pc:docMk/>
            <pc:sldMk cId="0" sldId="265"/>
            <ac:graphicFrameMk id="18" creationId="{97ABA8A3-B991-6D48-0D99-74F599067F3B}"/>
          </ac:graphicFrameMkLst>
        </pc:graphicFrameChg>
        <pc:graphicFrameChg chg="add del mod modGraphic">
          <ac:chgData name="Gaurav Korekar" userId="e0c76f9583a24a1d" providerId="LiveId" clId="{7219E4BD-BC7B-4D83-9910-0C956043BFBA}" dt="2026-07-11T15:58:45.192" v="333" actId="14100"/>
          <ac:graphicFrameMkLst>
            <pc:docMk/>
            <pc:sldMk cId="0" sldId="265"/>
            <ac:graphicFrameMk id="19" creationId="{E4A25CC5-EF95-AAA4-E0A2-693B56023819}"/>
          </ac:graphicFrameMkLst>
        </pc:graphicFrameChg>
        <pc:graphicFrameChg chg="add del mod modGraphic">
          <ac:chgData name="Gaurav Korekar" userId="e0c76f9583a24a1d" providerId="LiveId" clId="{7219E4BD-BC7B-4D83-9910-0C956043BFBA}" dt="2026-07-11T15:51:55.736" v="260" actId="1032"/>
          <ac:graphicFrameMkLst>
            <pc:docMk/>
            <pc:sldMk cId="0" sldId="265"/>
            <ac:graphicFrameMk id="21" creationId="{C99AE535-4087-51D5-9353-49A151389B80}"/>
          </ac:graphicFrameMkLst>
        </pc:graphicFrameChg>
      </pc:sldChg>
      <pc:sldChg chg="addSp delSp modSp del mod">
        <pc:chgData name="Gaurav Korekar" userId="e0c76f9583a24a1d" providerId="LiveId" clId="{7219E4BD-BC7B-4D83-9910-0C956043BFBA}" dt="2026-07-11T16:05:39.375" v="352" actId="47"/>
        <pc:sldMkLst>
          <pc:docMk/>
          <pc:sldMk cId="0" sldId="266"/>
        </pc:sldMkLst>
        <pc:spChg chg="del">
          <ac:chgData name="Gaurav Korekar" userId="e0c76f9583a24a1d" providerId="LiveId" clId="{7219E4BD-BC7B-4D83-9910-0C956043BFBA}" dt="2026-07-11T16:00:30.135" v="336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6:00:30.135" v="336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6:00:30.135" v="336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6:00:30.135" v="336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6:00:30.135" v="336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6:00:30.135" v="336" actId="478"/>
          <ac:spMkLst>
            <pc:docMk/>
            <pc:sldMk cId="0" sldId="266"/>
            <ac:spMk id="12" creationId="{00000000-0000-0000-0000-000000000000}"/>
          </ac:spMkLst>
        </pc:spChg>
        <pc:graphicFrameChg chg="add mod modGraphic">
          <ac:chgData name="Gaurav Korekar" userId="e0c76f9583a24a1d" providerId="LiveId" clId="{7219E4BD-BC7B-4D83-9910-0C956043BFBA}" dt="2026-07-11T16:01:10.817" v="343" actId="14100"/>
          <ac:graphicFrameMkLst>
            <pc:docMk/>
            <pc:sldMk cId="0" sldId="266"/>
            <ac:graphicFrameMk id="16" creationId="{0EA115A5-ECCC-E7AA-945E-E0C54B96BDB8}"/>
          </ac:graphicFrameMkLst>
        </pc:graphicFrameChg>
      </pc:sldChg>
      <pc:sldChg chg="del">
        <pc:chgData name="Gaurav Korekar" userId="e0c76f9583a24a1d" providerId="LiveId" clId="{7219E4BD-BC7B-4D83-9910-0C956043BFBA}" dt="2026-07-11T16:06:45.616" v="354" actId="47"/>
        <pc:sldMkLst>
          <pc:docMk/>
          <pc:sldMk cId="0" sldId="267"/>
        </pc:sldMkLst>
      </pc:sldChg>
      <pc:sldChg chg="del">
        <pc:chgData name="Gaurav Korekar" userId="e0c76f9583a24a1d" providerId="LiveId" clId="{7219E4BD-BC7B-4D83-9910-0C956043BFBA}" dt="2026-07-11T16:18:18.327" v="380" actId="47"/>
        <pc:sldMkLst>
          <pc:docMk/>
          <pc:sldMk cId="0" sldId="268"/>
        </pc:sldMkLst>
      </pc:sldChg>
      <pc:sldChg chg="addSp delSp del mod">
        <pc:chgData name="Gaurav Korekar" userId="e0c76f9583a24a1d" providerId="LiveId" clId="{7219E4BD-BC7B-4D83-9910-0C956043BFBA}" dt="2026-07-11T16:21:58.879" v="396" actId="47"/>
        <pc:sldMkLst>
          <pc:docMk/>
          <pc:sldMk cId="0" sldId="269"/>
        </pc:sldMkLst>
        <pc:spChg chg="add del">
          <ac:chgData name="Gaurav Korekar" userId="e0c76f9583a24a1d" providerId="LiveId" clId="{7219E4BD-BC7B-4D83-9910-0C956043BFBA}" dt="2026-07-11T16:21:21.336" v="390" actId="22"/>
          <ac:spMkLst>
            <pc:docMk/>
            <pc:sldMk cId="0" sldId="269"/>
            <ac:spMk id="46" creationId="{E641316C-368A-B656-0ACB-94E345AD50D0}"/>
          </ac:spMkLst>
        </pc:spChg>
        <pc:spChg chg="add del">
          <ac:chgData name="Gaurav Korekar" userId="e0c76f9583a24a1d" providerId="LiveId" clId="{7219E4BD-BC7B-4D83-9910-0C956043BFBA}" dt="2026-07-11T16:21:21.336" v="390" actId="22"/>
          <ac:spMkLst>
            <pc:docMk/>
            <pc:sldMk cId="0" sldId="269"/>
            <ac:spMk id="48" creationId="{48F775AB-E85E-2EF9-995A-E8BB37C8DA2A}"/>
          </ac:spMkLst>
        </pc:spChg>
        <pc:spChg chg="add del">
          <ac:chgData name="Gaurav Korekar" userId="e0c76f9583a24a1d" providerId="LiveId" clId="{7219E4BD-BC7B-4D83-9910-0C956043BFBA}" dt="2026-07-11T16:21:21.336" v="390" actId="22"/>
          <ac:spMkLst>
            <pc:docMk/>
            <pc:sldMk cId="0" sldId="269"/>
            <ac:spMk id="52" creationId="{BD57C2FF-2149-8AB0-4D8A-948C5B893159}"/>
          </ac:spMkLst>
        </pc:spChg>
        <pc:spChg chg="add del">
          <ac:chgData name="Gaurav Korekar" userId="e0c76f9583a24a1d" providerId="LiveId" clId="{7219E4BD-BC7B-4D83-9910-0C956043BFBA}" dt="2026-07-11T16:21:21.336" v="390" actId="22"/>
          <ac:spMkLst>
            <pc:docMk/>
            <pc:sldMk cId="0" sldId="269"/>
            <ac:spMk id="54" creationId="{D50CE8CE-7FC9-6570-85DF-58348218136F}"/>
          </ac:spMkLst>
        </pc:spChg>
        <pc:spChg chg="add del">
          <ac:chgData name="Gaurav Korekar" userId="e0c76f9583a24a1d" providerId="LiveId" clId="{7219E4BD-BC7B-4D83-9910-0C956043BFBA}" dt="2026-07-11T16:21:21.336" v="390" actId="22"/>
          <ac:spMkLst>
            <pc:docMk/>
            <pc:sldMk cId="0" sldId="269"/>
            <ac:spMk id="58" creationId="{8BF65CAB-1F99-FEA1-AD19-7AF4F96C40C7}"/>
          </ac:spMkLst>
        </pc:spChg>
        <pc:spChg chg="add del">
          <ac:chgData name="Gaurav Korekar" userId="e0c76f9583a24a1d" providerId="LiveId" clId="{7219E4BD-BC7B-4D83-9910-0C956043BFBA}" dt="2026-07-11T16:21:21.336" v="390" actId="22"/>
          <ac:spMkLst>
            <pc:docMk/>
            <pc:sldMk cId="0" sldId="269"/>
            <ac:spMk id="60" creationId="{76319F87-372A-7919-6E37-F3F55CF5C7B7}"/>
          </ac:spMkLst>
        </pc:spChg>
        <pc:spChg chg="add del">
          <ac:chgData name="Gaurav Korekar" userId="e0c76f9583a24a1d" providerId="LiveId" clId="{7219E4BD-BC7B-4D83-9910-0C956043BFBA}" dt="2026-07-11T16:21:21.336" v="390" actId="22"/>
          <ac:spMkLst>
            <pc:docMk/>
            <pc:sldMk cId="0" sldId="269"/>
            <ac:spMk id="62" creationId="{06A725BD-AF37-F000-7892-036C77A1A9D8}"/>
          </ac:spMkLst>
        </pc:spChg>
        <pc:spChg chg="add del">
          <ac:chgData name="Gaurav Korekar" userId="e0c76f9583a24a1d" providerId="LiveId" clId="{7219E4BD-BC7B-4D83-9910-0C956043BFBA}" dt="2026-07-11T16:21:21.336" v="390" actId="22"/>
          <ac:spMkLst>
            <pc:docMk/>
            <pc:sldMk cId="0" sldId="269"/>
            <ac:spMk id="66" creationId="{BD715287-0D83-BAD0-CB71-ECD2EEFBC02D}"/>
          </ac:spMkLst>
        </pc:spChg>
        <pc:spChg chg="add del">
          <ac:chgData name="Gaurav Korekar" userId="e0c76f9583a24a1d" providerId="LiveId" clId="{7219E4BD-BC7B-4D83-9910-0C956043BFBA}" dt="2026-07-11T16:21:21.336" v="390" actId="22"/>
          <ac:spMkLst>
            <pc:docMk/>
            <pc:sldMk cId="0" sldId="269"/>
            <ac:spMk id="68" creationId="{C9BCCAD1-7748-AD88-247D-F473A61910A0}"/>
          </ac:spMkLst>
        </pc:spChg>
        <pc:spChg chg="add del">
          <ac:chgData name="Gaurav Korekar" userId="e0c76f9583a24a1d" providerId="LiveId" clId="{7219E4BD-BC7B-4D83-9910-0C956043BFBA}" dt="2026-07-11T16:21:21.336" v="390" actId="22"/>
          <ac:spMkLst>
            <pc:docMk/>
            <pc:sldMk cId="0" sldId="269"/>
            <ac:spMk id="70" creationId="{D0A257CE-5923-2777-9A88-600BBFC1FB79}"/>
          </ac:spMkLst>
        </pc:spChg>
      </pc:sldChg>
      <pc:sldChg chg="addSp delSp modSp mod">
        <pc:chgData name="Gaurav Korekar" userId="e0c76f9583a24a1d" providerId="LiveId" clId="{7219E4BD-BC7B-4D83-9910-0C956043BFBA}" dt="2026-07-11T16:45:02.831" v="489" actId="20577"/>
        <pc:sldMkLst>
          <pc:docMk/>
          <pc:sldMk cId="0" sldId="270"/>
        </pc:sldMkLst>
        <pc:spChg chg="del">
          <ac:chgData name="Gaurav Korekar" userId="e0c76f9583a24a1d" providerId="LiveId" clId="{7219E4BD-BC7B-4D83-9910-0C956043BFBA}" dt="2026-07-11T16:35:56.406" v="429" actId="478"/>
          <ac:spMkLst>
            <pc:docMk/>
            <pc:sldMk cId="0" sldId="270"/>
            <ac:spMk id="2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6:35:56.406" v="429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6:35:56.406" v="429" actId="478"/>
          <ac:spMkLst>
            <pc:docMk/>
            <pc:sldMk cId="0" sldId="270"/>
            <ac:spMk id="8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6:35:56.406" v="429" actId="478"/>
          <ac:spMkLst>
            <pc:docMk/>
            <pc:sldMk cId="0" sldId="270"/>
            <ac:spMk id="9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6:35:56.406" v="429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6:35:56.406" v="429" actId="478"/>
          <ac:spMkLst>
            <pc:docMk/>
            <pc:sldMk cId="0" sldId="270"/>
            <ac:spMk id="11" creationId="{00000000-0000-0000-0000-000000000000}"/>
          </ac:spMkLst>
        </pc:spChg>
        <pc:spChg chg="del">
          <ac:chgData name="Gaurav Korekar" userId="e0c76f9583a24a1d" providerId="LiveId" clId="{7219E4BD-BC7B-4D83-9910-0C956043BFBA}" dt="2026-07-11T16:35:56.406" v="429" actId="478"/>
          <ac:spMkLst>
            <pc:docMk/>
            <pc:sldMk cId="0" sldId="270"/>
            <ac:spMk id="12" creationId="{00000000-0000-0000-0000-000000000000}"/>
          </ac:spMkLst>
        </pc:spChg>
        <pc:spChg chg="del mod">
          <ac:chgData name="Gaurav Korekar" userId="e0c76f9583a24a1d" providerId="LiveId" clId="{7219E4BD-BC7B-4D83-9910-0C956043BFBA}" dt="2026-07-11T16:42:06.735" v="457" actId="478"/>
          <ac:spMkLst>
            <pc:docMk/>
            <pc:sldMk cId="0" sldId="270"/>
            <ac:spMk id="13" creationId="{00000000-0000-0000-0000-000000000000}"/>
          </ac:spMkLst>
        </pc:spChg>
        <pc:spChg chg="add mod">
          <ac:chgData name="Gaurav Korekar" userId="e0c76f9583a24a1d" providerId="LiveId" clId="{7219E4BD-BC7B-4D83-9910-0C956043BFBA}" dt="2026-07-11T16:45:02.831" v="489" actId="20577"/>
          <ac:spMkLst>
            <pc:docMk/>
            <pc:sldMk cId="0" sldId="270"/>
            <ac:spMk id="18" creationId="{70EE4531-06A8-0091-D170-D0E9747F8FFD}"/>
          </ac:spMkLst>
        </pc:spChg>
        <pc:graphicFrameChg chg="add del modGraphic">
          <ac:chgData name="Gaurav Korekar" userId="e0c76f9583a24a1d" providerId="LiveId" clId="{7219E4BD-BC7B-4D83-9910-0C956043BFBA}" dt="2026-07-11T16:36:09.476" v="431" actId="1032"/>
          <ac:graphicFrameMkLst>
            <pc:docMk/>
            <pc:sldMk cId="0" sldId="270"/>
            <ac:graphicFrameMk id="15" creationId="{AD184686-7C37-9AD9-BCC2-4A8028C41DFA}"/>
          </ac:graphicFrameMkLst>
        </pc:graphicFrameChg>
        <pc:graphicFrameChg chg="add mod modGraphic">
          <ac:chgData name="Gaurav Korekar" userId="e0c76f9583a24a1d" providerId="LiveId" clId="{7219E4BD-BC7B-4D83-9910-0C956043BFBA}" dt="2026-07-11T16:44:48.512" v="486" actId="14100"/>
          <ac:graphicFrameMkLst>
            <pc:docMk/>
            <pc:sldMk cId="0" sldId="270"/>
            <ac:graphicFrameMk id="16" creationId="{38ADB043-017D-A288-BB64-EC52CA06D20A}"/>
          </ac:graphicFrameMkLst>
        </pc:graphicFrameChg>
      </pc:sldChg>
      <pc:sldChg chg="modSp add del mod">
        <pc:chgData name="Gaurav Korekar" userId="e0c76f9583a24a1d" providerId="LiveId" clId="{7219E4BD-BC7B-4D83-9910-0C956043BFBA}" dt="2026-07-11T16:51:43.692" v="535" actId="47"/>
        <pc:sldMkLst>
          <pc:docMk/>
          <pc:sldMk cId="0" sldId="271"/>
        </pc:sldMkLst>
        <pc:spChg chg="mod">
          <ac:chgData name="Gaurav Korekar" userId="e0c76f9583a24a1d" providerId="LiveId" clId="{7219E4BD-BC7B-4D83-9910-0C956043BFBA}" dt="2026-07-11T16:47:12.878" v="510" actId="21"/>
          <ac:spMkLst>
            <pc:docMk/>
            <pc:sldMk cId="0" sldId="271"/>
            <ac:spMk id="8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47:26.679" v="514" actId="21"/>
          <ac:spMkLst>
            <pc:docMk/>
            <pc:sldMk cId="0" sldId="271"/>
            <ac:spMk id="9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47:36.344" v="518" actId="21"/>
          <ac:spMkLst>
            <pc:docMk/>
            <pc:sldMk cId="0" sldId="271"/>
            <ac:spMk id="10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47:50.436" v="522" actId="21"/>
          <ac:spMkLst>
            <pc:docMk/>
            <pc:sldMk cId="0" sldId="271"/>
            <ac:spMk id="11" creationId="{00000000-0000-0000-0000-000000000000}"/>
          </ac:spMkLst>
        </pc:spChg>
        <pc:spChg chg="mod">
          <ac:chgData name="Gaurav Korekar" userId="e0c76f9583a24a1d" providerId="LiveId" clId="{7219E4BD-BC7B-4D83-9910-0C956043BFBA}" dt="2026-07-11T16:48:20.999" v="528" actId="21"/>
          <ac:spMkLst>
            <pc:docMk/>
            <pc:sldMk cId="0" sldId="271"/>
            <ac:spMk id="12" creationId="{00000000-0000-0000-0000-000000000000}"/>
          </ac:spMkLst>
        </pc:spChg>
      </pc:sldChg>
      <pc:sldChg chg="modSp mod">
        <pc:chgData name="Gaurav Korekar" userId="e0c76f9583a24a1d" providerId="LiveId" clId="{7219E4BD-BC7B-4D83-9910-0C956043BFBA}" dt="2026-07-11T14:48:20.992" v="38" actId="113"/>
        <pc:sldMkLst>
          <pc:docMk/>
          <pc:sldMk cId="1697555542" sldId="273"/>
        </pc:sldMkLst>
        <pc:spChg chg="mod">
          <ac:chgData name="Gaurav Korekar" userId="e0c76f9583a24a1d" providerId="LiveId" clId="{7219E4BD-BC7B-4D83-9910-0C956043BFBA}" dt="2026-07-11T14:48:20.992" v="38" actId="113"/>
          <ac:spMkLst>
            <pc:docMk/>
            <pc:sldMk cId="1697555542" sldId="273"/>
            <ac:spMk id="45" creationId="{3985538E-9B9C-1516-D554-174D50743588}"/>
          </ac:spMkLst>
        </pc:spChg>
      </pc:sldChg>
      <pc:sldChg chg="add del setBg">
        <pc:chgData name="Gaurav Korekar" userId="e0c76f9583a24a1d" providerId="LiveId" clId="{7219E4BD-BC7B-4D83-9910-0C956043BFBA}" dt="2026-07-11T14:55:34.392" v="105" actId="47"/>
        <pc:sldMkLst>
          <pc:docMk/>
          <pc:sldMk cId="1767649036" sldId="274"/>
        </pc:sldMkLst>
      </pc:sldChg>
      <pc:sldChg chg="addSp delSp modSp add mod ord setBg">
        <pc:chgData name="Gaurav Korekar" userId="e0c76f9583a24a1d" providerId="LiveId" clId="{7219E4BD-BC7B-4D83-9910-0C956043BFBA}" dt="2026-07-11T16:34:11.156" v="427" actId="1076"/>
        <pc:sldMkLst>
          <pc:docMk/>
          <pc:sldMk cId="2966150038" sldId="274"/>
        </pc:sldMkLst>
        <pc:spChg chg="mod">
          <ac:chgData name="Gaurav Korekar" userId="e0c76f9583a24a1d" providerId="LiveId" clId="{7219E4BD-BC7B-4D83-9910-0C956043BFBA}" dt="2026-07-11T16:34:00.301" v="425" actId="1076"/>
          <ac:spMkLst>
            <pc:docMk/>
            <pc:sldMk cId="2966150038" sldId="274"/>
            <ac:spMk id="2" creationId="{2E752373-7223-DA3C-9FBA-A33CCB9052A1}"/>
          </ac:spMkLst>
        </pc:spChg>
        <pc:spChg chg="del">
          <ac:chgData name="Gaurav Korekar" userId="e0c76f9583a24a1d" providerId="LiveId" clId="{7219E4BD-BC7B-4D83-9910-0C956043BFBA}" dt="2026-07-11T16:09:22.031" v="356" actId="478"/>
          <ac:spMkLst>
            <pc:docMk/>
            <pc:sldMk cId="2966150038" sldId="274"/>
            <ac:spMk id="7" creationId="{035E9FEF-4F98-E5EF-18AE-23012FB32B0E}"/>
          </ac:spMkLst>
        </pc:spChg>
        <pc:spChg chg="del">
          <ac:chgData name="Gaurav Korekar" userId="e0c76f9583a24a1d" providerId="LiveId" clId="{7219E4BD-BC7B-4D83-9910-0C956043BFBA}" dt="2026-07-11T16:09:22.031" v="356" actId="478"/>
          <ac:spMkLst>
            <pc:docMk/>
            <pc:sldMk cId="2966150038" sldId="274"/>
            <ac:spMk id="8" creationId="{FB3C4A55-4D52-167E-343E-57DADAB30CD5}"/>
          </ac:spMkLst>
        </pc:spChg>
        <pc:spChg chg="del">
          <ac:chgData name="Gaurav Korekar" userId="e0c76f9583a24a1d" providerId="LiveId" clId="{7219E4BD-BC7B-4D83-9910-0C956043BFBA}" dt="2026-07-11T16:09:22.031" v="356" actId="478"/>
          <ac:spMkLst>
            <pc:docMk/>
            <pc:sldMk cId="2966150038" sldId="274"/>
            <ac:spMk id="9" creationId="{F1DE5964-EA68-01AA-CDD2-3825A19CA195}"/>
          </ac:spMkLst>
        </pc:spChg>
        <pc:spChg chg="del">
          <ac:chgData name="Gaurav Korekar" userId="e0c76f9583a24a1d" providerId="LiveId" clId="{7219E4BD-BC7B-4D83-9910-0C956043BFBA}" dt="2026-07-11T16:09:22.031" v="356" actId="478"/>
          <ac:spMkLst>
            <pc:docMk/>
            <pc:sldMk cId="2966150038" sldId="274"/>
            <ac:spMk id="10" creationId="{69F018C8-E505-2F5E-0708-240A3D7E28C8}"/>
          </ac:spMkLst>
        </pc:spChg>
        <pc:spChg chg="del">
          <ac:chgData name="Gaurav Korekar" userId="e0c76f9583a24a1d" providerId="LiveId" clId="{7219E4BD-BC7B-4D83-9910-0C956043BFBA}" dt="2026-07-11T16:09:22.031" v="356" actId="478"/>
          <ac:spMkLst>
            <pc:docMk/>
            <pc:sldMk cId="2966150038" sldId="274"/>
            <ac:spMk id="11" creationId="{0B066A7C-B4BA-B61A-AE60-00025DFFE3E6}"/>
          </ac:spMkLst>
        </pc:spChg>
        <pc:spChg chg="del">
          <ac:chgData name="Gaurav Korekar" userId="e0c76f9583a24a1d" providerId="LiveId" clId="{7219E4BD-BC7B-4D83-9910-0C956043BFBA}" dt="2026-07-11T16:09:22.031" v="356" actId="478"/>
          <ac:spMkLst>
            <pc:docMk/>
            <pc:sldMk cId="2966150038" sldId="274"/>
            <ac:spMk id="12" creationId="{1215E4A8-C758-8FE1-B0A5-E9A57AB8A6A2}"/>
          </ac:spMkLst>
        </pc:spChg>
        <pc:spChg chg="del mod">
          <ac:chgData name="Gaurav Korekar" userId="e0c76f9583a24a1d" providerId="LiveId" clId="{7219E4BD-BC7B-4D83-9910-0C956043BFBA}" dt="2026-07-11T16:12:46.548" v="374" actId="478"/>
          <ac:spMkLst>
            <pc:docMk/>
            <pc:sldMk cId="2966150038" sldId="274"/>
            <ac:spMk id="13" creationId="{35F0CD26-3A03-3BE3-193E-71F7628123CF}"/>
          </ac:spMkLst>
        </pc:spChg>
        <pc:spChg chg="add del">
          <ac:chgData name="Gaurav Korekar" userId="e0c76f9583a24a1d" providerId="LiveId" clId="{7219E4BD-BC7B-4D83-9910-0C956043BFBA}" dt="2026-07-11T16:21:07.355" v="386" actId="22"/>
          <ac:spMkLst>
            <pc:docMk/>
            <pc:sldMk cId="2966150038" sldId="274"/>
            <ac:spMk id="18" creationId="{3A2073E7-F87E-D38E-0441-C82BF71AB50E}"/>
          </ac:spMkLst>
        </pc:spChg>
        <pc:spChg chg="add del">
          <ac:chgData name="Gaurav Korekar" userId="e0c76f9583a24a1d" providerId="LiveId" clId="{7219E4BD-BC7B-4D83-9910-0C956043BFBA}" dt="2026-07-11T16:21:07.355" v="386" actId="22"/>
          <ac:spMkLst>
            <pc:docMk/>
            <pc:sldMk cId="2966150038" sldId="274"/>
            <ac:spMk id="20" creationId="{586C61EB-EFD0-0F2C-8EAE-4113B666B592}"/>
          </ac:spMkLst>
        </pc:spChg>
        <pc:spChg chg="add del">
          <ac:chgData name="Gaurav Korekar" userId="e0c76f9583a24a1d" providerId="LiveId" clId="{7219E4BD-BC7B-4D83-9910-0C956043BFBA}" dt="2026-07-11T16:21:07.355" v="386" actId="22"/>
          <ac:spMkLst>
            <pc:docMk/>
            <pc:sldMk cId="2966150038" sldId="274"/>
            <ac:spMk id="22" creationId="{28E0F367-1FF7-EB75-1820-917D0C362A49}"/>
          </ac:spMkLst>
        </pc:spChg>
        <pc:spChg chg="add del">
          <ac:chgData name="Gaurav Korekar" userId="e0c76f9583a24a1d" providerId="LiveId" clId="{7219E4BD-BC7B-4D83-9910-0C956043BFBA}" dt="2026-07-11T16:21:07.355" v="386" actId="22"/>
          <ac:spMkLst>
            <pc:docMk/>
            <pc:sldMk cId="2966150038" sldId="274"/>
            <ac:spMk id="24" creationId="{2F919660-3A2F-0446-0343-7BE6096A94BC}"/>
          </ac:spMkLst>
        </pc:spChg>
        <pc:spChg chg="add del">
          <ac:chgData name="Gaurav Korekar" userId="e0c76f9583a24a1d" providerId="LiveId" clId="{7219E4BD-BC7B-4D83-9910-0C956043BFBA}" dt="2026-07-11T16:21:07.355" v="386" actId="22"/>
          <ac:spMkLst>
            <pc:docMk/>
            <pc:sldMk cId="2966150038" sldId="274"/>
            <ac:spMk id="26" creationId="{DD85CE3A-2801-DA70-CD1F-00DC9EEF18F8}"/>
          </ac:spMkLst>
        </pc:spChg>
        <pc:spChg chg="add del">
          <ac:chgData name="Gaurav Korekar" userId="e0c76f9583a24a1d" providerId="LiveId" clId="{7219E4BD-BC7B-4D83-9910-0C956043BFBA}" dt="2026-07-11T16:21:07.355" v="386" actId="22"/>
          <ac:spMkLst>
            <pc:docMk/>
            <pc:sldMk cId="2966150038" sldId="274"/>
            <ac:spMk id="32" creationId="{9212CD6C-6472-AAE8-DC94-3BC987B646AB}"/>
          </ac:spMkLst>
        </pc:spChg>
        <pc:spChg chg="add del">
          <ac:chgData name="Gaurav Korekar" userId="e0c76f9583a24a1d" providerId="LiveId" clId="{7219E4BD-BC7B-4D83-9910-0C956043BFBA}" dt="2026-07-11T16:21:07.355" v="386" actId="22"/>
          <ac:spMkLst>
            <pc:docMk/>
            <pc:sldMk cId="2966150038" sldId="274"/>
            <ac:spMk id="34" creationId="{773ED334-8AB1-7E3B-86A2-5C5A0B836F7A}"/>
          </ac:spMkLst>
        </pc:spChg>
        <pc:spChg chg="add del">
          <ac:chgData name="Gaurav Korekar" userId="e0c76f9583a24a1d" providerId="LiveId" clId="{7219E4BD-BC7B-4D83-9910-0C956043BFBA}" dt="2026-07-11T16:21:07.355" v="386" actId="22"/>
          <ac:spMkLst>
            <pc:docMk/>
            <pc:sldMk cId="2966150038" sldId="274"/>
            <ac:spMk id="36" creationId="{F12A9343-C2F1-5230-8D35-908260FD0241}"/>
          </ac:spMkLst>
        </pc:spChg>
        <pc:spChg chg="add del">
          <ac:chgData name="Gaurav Korekar" userId="e0c76f9583a24a1d" providerId="LiveId" clId="{7219E4BD-BC7B-4D83-9910-0C956043BFBA}" dt="2026-07-11T16:21:07.355" v="386" actId="22"/>
          <ac:spMkLst>
            <pc:docMk/>
            <pc:sldMk cId="2966150038" sldId="274"/>
            <ac:spMk id="38" creationId="{C3027425-BC21-6F12-9937-697DB01E82EB}"/>
          </ac:spMkLst>
        </pc:spChg>
        <pc:spChg chg="add del">
          <ac:chgData name="Gaurav Korekar" userId="e0c76f9583a24a1d" providerId="LiveId" clId="{7219E4BD-BC7B-4D83-9910-0C956043BFBA}" dt="2026-07-11T16:21:07.355" v="386" actId="22"/>
          <ac:spMkLst>
            <pc:docMk/>
            <pc:sldMk cId="2966150038" sldId="274"/>
            <ac:spMk id="40" creationId="{55664109-E94C-5147-0E0D-0FA246BAAE59}"/>
          </ac:spMkLst>
        </pc:spChg>
        <pc:spChg chg="add del">
          <ac:chgData name="Gaurav Korekar" userId="e0c76f9583a24a1d" providerId="LiveId" clId="{7219E4BD-BC7B-4D83-9910-0C956043BFBA}" dt="2026-07-11T16:21:11.612" v="388" actId="22"/>
          <ac:spMkLst>
            <pc:docMk/>
            <pc:sldMk cId="2966150038" sldId="274"/>
            <ac:spMk id="44" creationId="{F9217636-8EF6-9F2F-4AE3-B2D842CCF18C}"/>
          </ac:spMkLst>
        </pc:spChg>
        <pc:spChg chg="add del">
          <ac:chgData name="Gaurav Korekar" userId="e0c76f9583a24a1d" providerId="LiveId" clId="{7219E4BD-BC7B-4D83-9910-0C956043BFBA}" dt="2026-07-11T16:21:11.612" v="388" actId="22"/>
          <ac:spMkLst>
            <pc:docMk/>
            <pc:sldMk cId="2966150038" sldId="274"/>
            <ac:spMk id="46" creationId="{41405EFA-9102-C7CB-DC1D-FB8422DA45FE}"/>
          </ac:spMkLst>
        </pc:spChg>
        <pc:spChg chg="add del">
          <ac:chgData name="Gaurav Korekar" userId="e0c76f9583a24a1d" providerId="LiveId" clId="{7219E4BD-BC7B-4D83-9910-0C956043BFBA}" dt="2026-07-11T16:21:11.612" v="388" actId="22"/>
          <ac:spMkLst>
            <pc:docMk/>
            <pc:sldMk cId="2966150038" sldId="274"/>
            <ac:spMk id="48" creationId="{00065D9F-FB51-0F49-41CA-1EC1B007813F}"/>
          </ac:spMkLst>
        </pc:spChg>
        <pc:spChg chg="add del">
          <ac:chgData name="Gaurav Korekar" userId="e0c76f9583a24a1d" providerId="LiveId" clId="{7219E4BD-BC7B-4D83-9910-0C956043BFBA}" dt="2026-07-11T16:21:11.612" v="388" actId="22"/>
          <ac:spMkLst>
            <pc:docMk/>
            <pc:sldMk cId="2966150038" sldId="274"/>
            <ac:spMk id="50" creationId="{2765A3F5-6117-7843-D950-F4F37B52E19F}"/>
          </ac:spMkLst>
        </pc:spChg>
        <pc:spChg chg="add del">
          <ac:chgData name="Gaurav Korekar" userId="e0c76f9583a24a1d" providerId="LiveId" clId="{7219E4BD-BC7B-4D83-9910-0C956043BFBA}" dt="2026-07-11T16:21:11.612" v="388" actId="22"/>
          <ac:spMkLst>
            <pc:docMk/>
            <pc:sldMk cId="2966150038" sldId="274"/>
            <ac:spMk id="52" creationId="{60523648-E5D0-7B7B-5233-9C5E79AFBCD8}"/>
          </ac:spMkLst>
        </pc:spChg>
        <pc:spChg chg="add del">
          <ac:chgData name="Gaurav Korekar" userId="e0c76f9583a24a1d" providerId="LiveId" clId="{7219E4BD-BC7B-4D83-9910-0C956043BFBA}" dt="2026-07-11T16:21:11.612" v="388" actId="22"/>
          <ac:spMkLst>
            <pc:docMk/>
            <pc:sldMk cId="2966150038" sldId="274"/>
            <ac:spMk id="54" creationId="{385707EF-6630-8ACB-6B35-1B9C0E65393C}"/>
          </ac:spMkLst>
        </pc:spChg>
        <pc:spChg chg="add del">
          <ac:chgData name="Gaurav Korekar" userId="e0c76f9583a24a1d" providerId="LiveId" clId="{7219E4BD-BC7B-4D83-9910-0C956043BFBA}" dt="2026-07-11T16:21:11.612" v="388" actId="22"/>
          <ac:spMkLst>
            <pc:docMk/>
            <pc:sldMk cId="2966150038" sldId="274"/>
            <ac:spMk id="56" creationId="{DAF67435-2B7B-232A-F252-286D0D7809F5}"/>
          </ac:spMkLst>
        </pc:spChg>
        <pc:spChg chg="add del">
          <ac:chgData name="Gaurav Korekar" userId="e0c76f9583a24a1d" providerId="LiveId" clId="{7219E4BD-BC7B-4D83-9910-0C956043BFBA}" dt="2026-07-11T16:21:11.612" v="388" actId="22"/>
          <ac:spMkLst>
            <pc:docMk/>
            <pc:sldMk cId="2966150038" sldId="274"/>
            <ac:spMk id="60" creationId="{F9D9DA76-014F-E270-E3BC-31907F87C853}"/>
          </ac:spMkLst>
        </pc:spChg>
        <pc:spChg chg="add del">
          <ac:chgData name="Gaurav Korekar" userId="e0c76f9583a24a1d" providerId="LiveId" clId="{7219E4BD-BC7B-4D83-9910-0C956043BFBA}" dt="2026-07-11T16:21:11.612" v="388" actId="22"/>
          <ac:spMkLst>
            <pc:docMk/>
            <pc:sldMk cId="2966150038" sldId="274"/>
            <ac:spMk id="62" creationId="{869F7F90-FBB7-105E-9763-ECCCD48519D6}"/>
          </ac:spMkLst>
        </pc:spChg>
        <pc:spChg chg="add del">
          <ac:chgData name="Gaurav Korekar" userId="e0c76f9583a24a1d" providerId="LiveId" clId="{7219E4BD-BC7B-4D83-9910-0C956043BFBA}" dt="2026-07-11T16:21:11.612" v="388" actId="22"/>
          <ac:spMkLst>
            <pc:docMk/>
            <pc:sldMk cId="2966150038" sldId="274"/>
            <ac:spMk id="64" creationId="{8ABB3EF9-8FCE-9E04-A35E-C2AEF3D80E06}"/>
          </ac:spMkLst>
        </pc:spChg>
        <pc:spChg chg="add">
          <ac:chgData name="Gaurav Korekar" userId="e0c76f9583a24a1d" providerId="LiveId" clId="{7219E4BD-BC7B-4D83-9910-0C956043BFBA}" dt="2026-07-11T16:21:34.430" v="393" actId="22"/>
          <ac:spMkLst>
            <pc:docMk/>
            <pc:sldMk cId="2966150038" sldId="274"/>
            <ac:spMk id="70" creationId="{403AC9F3-4683-68E0-CA4F-147A8889AB55}"/>
          </ac:spMkLst>
        </pc:spChg>
        <pc:spChg chg="add del">
          <ac:chgData name="Gaurav Korekar" userId="e0c76f9583a24a1d" providerId="LiveId" clId="{7219E4BD-BC7B-4D83-9910-0C956043BFBA}" dt="2026-07-11T16:21:36.024" v="394" actId="22"/>
          <ac:spMkLst>
            <pc:docMk/>
            <pc:sldMk cId="2966150038" sldId="274"/>
            <ac:spMk id="72" creationId="{2ADB4578-1AE9-BED7-73A6-7BF1C19723A4}"/>
          </ac:spMkLst>
        </pc:spChg>
        <pc:spChg chg="add del">
          <ac:chgData name="Gaurav Korekar" userId="e0c76f9583a24a1d" providerId="LiveId" clId="{7219E4BD-BC7B-4D83-9910-0C956043BFBA}" dt="2026-07-11T16:21:36.024" v="394" actId="22"/>
          <ac:spMkLst>
            <pc:docMk/>
            <pc:sldMk cId="2966150038" sldId="274"/>
            <ac:spMk id="74" creationId="{CD116D86-F2DF-EE39-F96C-BE79304F8397}"/>
          </ac:spMkLst>
        </pc:spChg>
        <pc:spChg chg="add del">
          <ac:chgData name="Gaurav Korekar" userId="e0c76f9583a24a1d" providerId="LiveId" clId="{7219E4BD-BC7B-4D83-9910-0C956043BFBA}" dt="2026-07-11T16:21:36.024" v="394" actId="22"/>
          <ac:spMkLst>
            <pc:docMk/>
            <pc:sldMk cId="2966150038" sldId="274"/>
            <ac:spMk id="76" creationId="{4B1BB7D0-6EF9-F5EB-9561-BE9922C799DA}"/>
          </ac:spMkLst>
        </pc:spChg>
        <pc:spChg chg="add del">
          <ac:chgData name="Gaurav Korekar" userId="e0c76f9583a24a1d" providerId="LiveId" clId="{7219E4BD-BC7B-4D83-9910-0C956043BFBA}" dt="2026-07-11T16:21:36.024" v="394" actId="22"/>
          <ac:spMkLst>
            <pc:docMk/>
            <pc:sldMk cId="2966150038" sldId="274"/>
            <ac:spMk id="78" creationId="{E5422385-58F0-649D-A4F9-DB7B40137AEA}"/>
          </ac:spMkLst>
        </pc:spChg>
        <pc:spChg chg="add del">
          <ac:chgData name="Gaurav Korekar" userId="e0c76f9583a24a1d" providerId="LiveId" clId="{7219E4BD-BC7B-4D83-9910-0C956043BFBA}" dt="2026-07-11T16:21:36.024" v="394" actId="22"/>
          <ac:spMkLst>
            <pc:docMk/>
            <pc:sldMk cId="2966150038" sldId="274"/>
            <ac:spMk id="80" creationId="{61F3B8CE-09CB-8901-3929-E3563126BA2A}"/>
          </ac:spMkLst>
        </pc:spChg>
        <pc:spChg chg="add del">
          <ac:chgData name="Gaurav Korekar" userId="e0c76f9583a24a1d" providerId="LiveId" clId="{7219E4BD-BC7B-4D83-9910-0C956043BFBA}" dt="2026-07-11T16:21:36.024" v="394" actId="22"/>
          <ac:spMkLst>
            <pc:docMk/>
            <pc:sldMk cId="2966150038" sldId="274"/>
            <ac:spMk id="82" creationId="{16ACCC22-9C6D-27EE-6175-EDCDECDAED51}"/>
          </ac:spMkLst>
        </pc:spChg>
        <pc:spChg chg="add del">
          <ac:chgData name="Gaurav Korekar" userId="e0c76f9583a24a1d" providerId="LiveId" clId="{7219E4BD-BC7B-4D83-9910-0C956043BFBA}" dt="2026-07-11T16:21:36.024" v="394" actId="22"/>
          <ac:spMkLst>
            <pc:docMk/>
            <pc:sldMk cId="2966150038" sldId="274"/>
            <ac:spMk id="84" creationId="{1577B676-1C8B-2CAA-124B-A97EFC2CA321}"/>
          </ac:spMkLst>
        </pc:spChg>
        <pc:spChg chg="add del">
          <ac:chgData name="Gaurav Korekar" userId="e0c76f9583a24a1d" providerId="LiveId" clId="{7219E4BD-BC7B-4D83-9910-0C956043BFBA}" dt="2026-07-11T16:21:36.024" v="394" actId="22"/>
          <ac:spMkLst>
            <pc:docMk/>
            <pc:sldMk cId="2966150038" sldId="274"/>
            <ac:spMk id="86" creationId="{23E3BD87-BE77-F41D-2D05-D11E1355F389}"/>
          </ac:spMkLst>
        </pc:spChg>
        <pc:spChg chg="add del">
          <ac:chgData name="Gaurav Korekar" userId="e0c76f9583a24a1d" providerId="LiveId" clId="{7219E4BD-BC7B-4D83-9910-0C956043BFBA}" dt="2026-07-11T16:21:36.024" v="394" actId="22"/>
          <ac:spMkLst>
            <pc:docMk/>
            <pc:sldMk cId="2966150038" sldId="274"/>
            <ac:spMk id="92" creationId="{D53A9DAC-8244-0553-29C9-689B6F4563E4}"/>
          </ac:spMkLst>
        </pc:spChg>
        <pc:spChg chg="del">
          <ac:chgData name="Gaurav Korekar" userId="e0c76f9583a24a1d" providerId="LiveId" clId="{7219E4BD-BC7B-4D83-9910-0C956043BFBA}" dt="2026-07-11T16:21:36.024" v="394" actId="22"/>
          <ac:spMkLst>
            <pc:docMk/>
            <pc:sldMk cId="2966150038" sldId="274"/>
            <ac:spMk id="94" creationId="{4934D622-FC60-D659-B522-E40177A78E24}"/>
          </ac:spMkLst>
        </pc:spChg>
        <pc:spChg chg="add mod">
          <ac:chgData name="Gaurav Korekar" userId="e0c76f9583a24a1d" providerId="LiveId" clId="{7219E4BD-BC7B-4D83-9910-0C956043BFBA}" dt="2026-07-11T16:34:11.156" v="427" actId="1076"/>
          <ac:spMkLst>
            <pc:docMk/>
            <pc:sldMk cId="2966150038" sldId="274"/>
            <ac:spMk id="96" creationId="{FD213F9F-3B2F-F3C6-1AFD-222CFF9A1B31}"/>
          </ac:spMkLst>
        </pc:spChg>
        <pc:graphicFrameChg chg="add del modGraphic">
          <ac:chgData name="Gaurav Korekar" userId="e0c76f9583a24a1d" providerId="LiveId" clId="{7219E4BD-BC7B-4D83-9910-0C956043BFBA}" dt="2026-07-11T16:11:00.670" v="358" actId="1032"/>
          <ac:graphicFrameMkLst>
            <pc:docMk/>
            <pc:sldMk cId="2966150038" sldId="274"/>
            <ac:graphicFrameMk id="15" creationId="{5C465815-EA83-05A1-55EC-1C295CFDE238}"/>
          </ac:graphicFrameMkLst>
        </pc:graphicFrameChg>
        <pc:graphicFrameChg chg="add mod modGraphic">
          <ac:chgData name="Gaurav Korekar" userId="e0c76f9583a24a1d" providerId="LiveId" clId="{7219E4BD-BC7B-4D83-9910-0C956043BFBA}" dt="2026-07-11T16:34:05.763" v="426" actId="1076"/>
          <ac:graphicFrameMkLst>
            <pc:docMk/>
            <pc:sldMk cId="2966150038" sldId="274"/>
            <ac:graphicFrameMk id="16" creationId="{0B6F13BF-DC06-CD47-0558-A5398BE3A802}"/>
          </ac:graphicFrameMkLst>
        </pc:graphicFrameChg>
      </pc:sldChg>
      <pc:sldChg chg="add del setBg">
        <pc:chgData name="Gaurav Korekar" userId="e0c76f9583a24a1d" providerId="LiveId" clId="{7219E4BD-BC7B-4D83-9910-0C956043BFBA}" dt="2026-07-11T15:59:51.380" v="334" actId="47"/>
        <pc:sldMkLst>
          <pc:docMk/>
          <pc:sldMk cId="3915457394" sldId="274"/>
        </pc:sldMkLst>
      </pc:sldChg>
      <pc:sldChg chg="add del setBg">
        <pc:chgData name="Gaurav Korekar" userId="e0c76f9583a24a1d" providerId="LiveId" clId="{7219E4BD-BC7B-4D83-9910-0C956043BFBA}" dt="2026-07-11T16:06:25.973" v="353" actId="47"/>
        <pc:sldMkLst>
          <pc:docMk/>
          <pc:sldMk cId="4255953772" sldId="274"/>
        </pc:sldMkLst>
      </pc:sldChg>
      <pc:sldChg chg="add del setBg">
        <pc:chgData name="Gaurav Korekar" userId="e0c76f9583a24a1d" providerId="LiveId" clId="{7219E4BD-BC7B-4D83-9910-0C956043BFBA}" dt="2026-07-11T16:45:48.265" v="496" actId="47"/>
        <pc:sldMkLst>
          <pc:docMk/>
          <pc:sldMk cId="2736560059" sldId="275"/>
        </pc:sldMkLst>
      </pc:sldChg>
      <pc:sldChg chg="addSp delSp modSp add mod setBg">
        <pc:chgData name="Gaurav Korekar" userId="e0c76f9583a24a1d" providerId="LiveId" clId="{7219E4BD-BC7B-4D83-9910-0C956043BFBA}" dt="2026-07-11T16:55:51.647" v="625" actId="1035"/>
        <pc:sldMkLst>
          <pc:docMk/>
          <pc:sldMk cId="3328692413" sldId="275"/>
        </pc:sldMkLst>
        <pc:spChg chg="mod">
          <ac:chgData name="Gaurav Korekar" userId="e0c76f9583a24a1d" providerId="LiveId" clId="{7219E4BD-BC7B-4D83-9910-0C956043BFBA}" dt="2026-07-11T16:55:51.647" v="625" actId="1035"/>
          <ac:spMkLst>
            <pc:docMk/>
            <pc:sldMk cId="3328692413" sldId="275"/>
            <ac:spMk id="2" creationId="{565FD0A0-87D6-5850-AED0-789510DC9F9F}"/>
          </ac:spMkLst>
        </pc:spChg>
        <pc:spChg chg="del">
          <ac:chgData name="Gaurav Korekar" userId="e0c76f9583a24a1d" providerId="LiveId" clId="{7219E4BD-BC7B-4D83-9910-0C956043BFBA}" dt="2026-07-11T16:46:27.067" v="501" actId="478"/>
          <ac:spMkLst>
            <pc:docMk/>
            <pc:sldMk cId="3328692413" sldId="275"/>
            <ac:spMk id="5" creationId="{D00444F4-8641-345B-6A3C-AA385EC8560D}"/>
          </ac:spMkLst>
        </pc:spChg>
        <pc:spChg chg="del">
          <ac:chgData name="Gaurav Korekar" userId="e0c76f9583a24a1d" providerId="LiveId" clId="{7219E4BD-BC7B-4D83-9910-0C956043BFBA}" dt="2026-07-11T16:46:34.756" v="504" actId="478"/>
          <ac:spMkLst>
            <pc:docMk/>
            <pc:sldMk cId="3328692413" sldId="275"/>
            <ac:spMk id="6" creationId="{9B5D1079-80C5-1BB5-3D8A-41CA5BE6D4BF}"/>
          </ac:spMkLst>
        </pc:spChg>
        <pc:spChg chg="del mod">
          <ac:chgData name="Gaurav Korekar" userId="e0c76f9583a24a1d" providerId="LiveId" clId="{7219E4BD-BC7B-4D83-9910-0C956043BFBA}" dt="2026-07-11T16:46:24.228" v="500" actId="478"/>
          <ac:spMkLst>
            <pc:docMk/>
            <pc:sldMk cId="3328692413" sldId="275"/>
            <ac:spMk id="7" creationId="{484479FB-C2BC-05BC-E1BB-F55FAF19DCD4}"/>
          </ac:spMkLst>
        </pc:spChg>
        <pc:spChg chg="del mod">
          <ac:chgData name="Gaurav Korekar" userId="e0c76f9583a24a1d" providerId="LiveId" clId="{7219E4BD-BC7B-4D83-9910-0C956043BFBA}" dt="2026-07-11T16:46:31.292" v="503" actId="478"/>
          <ac:spMkLst>
            <pc:docMk/>
            <pc:sldMk cId="3328692413" sldId="275"/>
            <ac:spMk id="8" creationId="{3EA51F28-1FDB-5209-9D09-05930A163DDB}"/>
          </ac:spMkLst>
        </pc:spChg>
        <pc:spChg chg="del mod">
          <ac:chgData name="Gaurav Korekar" userId="e0c76f9583a24a1d" providerId="LiveId" clId="{7219E4BD-BC7B-4D83-9910-0C956043BFBA}" dt="2026-07-11T16:46:24.228" v="500" actId="478"/>
          <ac:spMkLst>
            <pc:docMk/>
            <pc:sldMk cId="3328692413" sldId="275"/>
            <ac:spMk id="9" creationId="{B04C3370-4874-397B-D64D-E255E014CB17}"/>
          </ac:spMkLst>
        </pc:spChg>
        <pc:spChg chg="del mod">
          <ac:chgData name="Gaurav Korekar" userId="e0c76f9583a24a1d" providerId="LiveId" clId="{7219E4BD-BC7B-4D83-9910-0C956043BFBA}" dt="2026-07-11T16:46:24.228" v="500" actId="478"/>
          <ac:spMkLst>
            <pc:docMk/>
            <pc:sldMk cId="3328692413" sldId="275"/>
            <ac:spMk id="10" creationId="{C6886B42-64B9-79C1-4933-D14B4F015290}"/>
          </ac:spMkLst>
        </pc:spChg>
        <pc:spChg chg="del mod">
          <ac:chgData name="Gaurav Korekar" userId="e0c76f9583a24a1d" providerId="LiveId" clId="{7219E4BD-BC7B-4D83-9910-0C956043BFBA}" dt="2026-07-11T16:46:24.228" v="500" actId="478"/>
          <ac:spMkLst>
            <pc:docMk/>
            <pc:sldMk cId="3328692413" sldId="275"/>
            <ac:spMk id="11" creationId="{C4A7050D-ABF5-F5D2-665D-0D23E0BC0968}"/>
          </ac:spMkLst>
        </pc:spChg>
        <pc:spChg chg="del mod">
          <ac:chgData name="Gaurav Korekar" userId="e0c76f9583a24a1d" providerId="LiveId" clId="{7219E4BD-BC7B-4D83-9910-0C956043BFBA}" dt="2026-07-11T16:46:24.228" v="500" actId="478"/>
          <ac:spMkLst>
            <pc:docMk/>
            <pc:sldMk cId="3328692413" sldId="275"/>
            <ac:spMk id="12" creationId="{14AE68A2-B966-25A4-1834-D521B1630D9D}"/>
          </ac:spMkLst>
        </pc:spChg>
        <pc:spChg chg="del">
          <ac:chgData name="Gaurav Korekar" userId="e0c76f9583a24a1d" providerId="LiveId" clId="{7219E4BD-BC7B-4D83-9910-0C956043BFBA}" dt="2026-07-11T16:46:16.652" v="498" actId="478"/>
          <ac:spMkLst>
            <pc:docMk/>
            <pc:sldMk cId="3328692413" sldId="275"/>
            <ac:spMk id="13" creationId="{BF8DC64D-82E6-231D-5A71-258385127044}"/>
          </ac:spMkLst>
        </pc:spChg>
        <pc:spChg chg="add mod">
          <ac:chgData name="Gaurav Korekar" userId="e0c76f9583a24a1d" providerId="LiveId" clId="{7219E4BD-BC7B-4D83-9910-0C956043BFBA}" dt="2026-07-11T16:55:46.278" v="623" actId="208"/>
          <ac:spMkLst>
            <pc:docMk/>
            <pc:sldMk cId="3328692413" sldId="275"/>
            <ac:spMk id="15" creationId="{50D57627-C72E-AA1B-E4DB-30443899C793}"/>
          </ac:spMkLst>
        </pc:spChg>
      </pc:sldChg>
      <pc:sldChg chg="add del setBg">
        <pc:chgData name="Gaurav Korekar" userId="e0c76f9583a24a1d" providerId="LiveId" clId="{7219E4BD-BC7B-4D83-9910-0C956043BFBA}" dt="2026-07-11T16:45:10.185" v="490" actId="47"/>
        <pc:sldMkLst>
          <pc:docMk/>
          <pc:sldMk cId="3339084722" sldId="275"/>
        </pc:sldMkLst>
      </pc:sldChg>
      <pc:sldChg chg="add del setBg">
        <pc:chgData name="Gaurav Korekar" userId="e0c76f9583a24a1d" providerId="LiveId" clId="{7219E4BD-BC7B-4D83-9910-0C956043BFBA}" dt="2026-07-11T16:45:29.814" v="492"/>
        <pc:sldMkLst>
          <pc:docMk/>
          <pc:sldMk cId="3830056677" sldId="275"/>
        </pc:sldMkLst>
      </pc:sldChg>
      <pc:sldChg chg="addSp delSp modSp add mod setBg">
        <pc:chgData name="Gaurav Korekar" userId="e0c76f9583a24a1d" providerId="LiveId" clId="{7219E4BD-BC7B-4D83-9910-0C956043BFBA}" dt="2026-07-11T16:51:38.694" v="534" actId="404"/>
        <pc:sldMkLst>
          <pc:docMk/>
          <pc:sldMk cId="3091977087" sldId="276"/>
        </pc:sldMkLst>
        <pc:spChg chg="del">
          <ac:chgData name="Gaurav Korekar" userId="e0c76f9583a24a1d" providerId="LiveId" clId="{7219E4BD-BC7B-4D83-9910-0C956043BFBA}" dt="2026-07-11T16:46:54.427" v="506" actId="478"/>
          <ac:spMkLst>
            <pc:docMk/>
            <pc:sldMk cId="3091977087" sldId="276"/>
            <ac:spMk id="7" creationId="{D818D4DC-06B2-E96D-2ACA-B49FAF48871C}"/>
          </ac:spMkLst>
        </pc:spChg>
        <pc:spChg chg="del">
          <ac:chgData name="Gaurav Korekar" userId="e0c76f9583a24a1d" providerId="LiveId" clId="{7219E4BD-BC7B-4D83-9910-0C956043BFBA}" dt="2026-07-11T16:46:54.427" v="506" actId="478"/>
          <ac:spMkLst>
            <pc:docMk/>
            <pc:sldMk cId="3091977087" sldId="276"/>
            <ac:spMk id="8" creationId="{90C50E42-EBEA-3AB4-A517-537989713AFD}"/>
          </ac:spMkLst>
        </pc:spChg>
        <pc:spChg chg="del">
          <ac:chgData name="Gaurav Korekar" userId="e0c76f9583a24a1d" providerId="LiveId" clId="{7219E4BD-BC7B-4D83-9910-0C956043BFBA}" dt="2026-07-11T16:46:54.427" v="506" actId="478"/>
          <ac:spMkLst>
            <pc:docMk/>
            <pc:sldMk cId="3091977087" sldId="276"/>
            <ac:spMk id="9" creationId="{B8AB2C73-1442-82DF-29F5-2491BE40EA39}"/>
          </ac:spMkLst>
        </pc:spChg>
        <pc:spChg chg="del">
          <ac:chgData name="Gaurav Korekar" userId="e0c76f9583a24a1d" providerId="LiveId" clId="{7219E4BD-BC7B-4D83-9910-0C956043BFBA}" dt="2026-07-11T16:46:54.427" v="506" actId="478"/>
          <ac:spMkLst>
            <pc:docMk/>
            <pc:sldMk cId="3091977087" sldId="276"/>
            <ac:spMk id="10" creationId="{67B87C27-B154-1169-DBA1-EA9EAEAB6252}"/>
          </ac:spMkLst>
        </pc:spChg>
        <pc:spChg chg="del">
          <ac:chgData name="Gaurav Korekar" userId="e0c76f9583a24a1d" providerId="LiveId" clId="{7219E4BD-BC7B-4D83-9910-0C956043BFBA}" dt="2026-07-11T16:46:54.427" v="506" actId="478"/>
          <ac:spMkLst>
            <pc:docMk/>
            <pc:sldMk cId="3091977087" sldId="276"/>
            <ac:spMk id="11" creationId="{81B6752A-DEA5-8228-0E22-4A5D61317C87}"/>
          </ac:spMkLst>
        </pc:spChg>
        <pc:spChg chg="del">
          <ac:chgData name="Gaurav Korekar" userId="e0c76f9583a24a1d" providerId="LiveId" clId="{7219E4BD-BC7B-4D83-9910-0C956043BFBA}" dt="2026-07-11T16:46:54.427" v="506" actId="478"/>
          <ac:spMkLst>
            <pc:docMk/>
            <pc:sldMk cId="3091977087" sldId="276"/>
            <ac:spMk id="12" creationId="{C07CB7FC-ABC5-DC0A-9D24-06048A1E5E66}"/>
          </ac:spMkLst>
        </pc:spChg>
        <pc:spChg chg="del">
          <ac:chgData name="Gaurav Korekar" userId="e0c76f9583a24a1d" providerId="LiveId" clId="{7219E4BD-BC7B-4D83-9910-0C956043BFBA}" dt="2026-07-11T16:46:54.427" v="506" actId="478"/>
          <ac:spMkLst>
            <pc:docMk/>
            <pc:sldMk cId="3091977087" sldId="276"/>
            <ac:spMk id="13" creationId="{E24813A6-FB09-28D4-BEEC-5B94515C63BE}"/>
          </ac:spMkLst>
        </pc:spChg>
        <pc:spChg chg="add mod">
          <ac:chgData name="Gaurav Korekar" userId="e0c76f9583a24a1d" providerId="LiveId" clId="{7219E4BD-BC7B-4D83-9910-0C956043BFBA}" dt="2026-07-11T16:51:38.694" v="534" actId="404"/>
          <ac:spMkLst>
            <pc:docMk/>
            <pc:sldMk cId="3091977087" sldId="276"/>
            <ac:spMk id="15" creationId="{37CDEB96-FFAC-42D9-071B-40635A06D2D9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hyperlink" Target="https://pixabay.com/ko/%EC%82%AC%EC%9D%B4%EB%B2%84-%EB%B3%B4%EC%95%88-%EB%B3%B4%EC%95%88-%EC%9E%90%EB%AC%BC%EC%87%A0-%EC%9E%90%EB%AC%BC%EC%87%A0-%EC%95%84%EC%9D%B4%EC%BD%98-%EC%9E%A0%EA%B8%88-%EC%9D%B4%EB%AF%B8%EC%A7%80-1915628/" TargetMode="External"/><Relationship Id="rId2" Type="http://schemas.openxmlformats.org/officeDocument/2006/relationships/hyperlink" Target="https://www.usemotion.com/blog/project-assumptions" TargetMode="External"/><Relationship Id="rId1" Type="http://schemas.openxmlformats.org/officeDocument/2006/relationships/image" Target="../media/image1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techradar.com/pro/from-caution-to-confidence-tackling-ai-obstacles-with-education" TargetMode="Externa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hyperlink" Target="https://waymond.tistory.com/249" TargetMode="External"/><Relationship Id="rId1" Type="http://schemas.openxmlformats.org/officeDocument/2006/relationships/image" Target="../media/image5.jpg"/><Relationship Id="rId6" Type="http://schemas.openxmlformats.org/officeDocument/2006/relationships/image" Target="../media/image8.png"/><Relationship Id="rId5" Type="http://schemas.openxmlformats.org/officeDocument/2006/relationships/hyperlink" Target="https://www.infra-repository.org/oiar-2013/index.php/PAT.Orchestration" TargetMode="External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svg"/><Relationship Id="rId7" Type="http://schemas.openxmlformats.org/officeDocument/2006/relationships/hyperlink" Target="https://www.rawpixel.com/image/389071/free-illustration-image-action-method-business" TargetMode="External"/><Relationship Id="rId2" Type="http://schemas.openxmlformats.org/officeDocument/2006/relationships/hyperlink" Target="https://waymond.tistory.com/249" TargetMode="External"/><Relationship Id="rId1" Type="http://schemas.openxmlformats.org/officeDocument/2006/relationships/image" Target="../media/image5.jpg"/><Relationship Id="rId6" Type="http://schemas.openxmlformats.org/officeDocument/2006/relationships/image" Target="../media/image13.1"/><Relationship Id="rId11" Type="http://schemas.openxmlformats.org/officeDocument/2006/relationships/hyperlink" Target="https://www.preppersoft.com/blog/2017/02/12/prepper-resolution-6-use-a-password-manager/" TargetMode="External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hyperlink" Target="https://pixabay.com/en/information-info-tips-icon-1481584/" TargetMode="External"/><Relationship Id="rId2" Type="http://schemas.openxmlformats.org/officeDocument/2006/relationships/image" Target="../media/image16.png"/><Relationship Id="rId1" Type="http://schemas.openxmlformats.org/officeDocument/2006/relationships/image" Target="../media/image15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hyperlink" Target="https://www.raffaelechiatto.com/backup-e-restore-della-configurazione-delle-sessioni-in-putty/" TargetMode="External"/><Relationship Id="rId9" Type="http://schemas.openxmlformats.org/officeDocument/2006/relationships/image" Target="../media/image21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hyperlink" Target="https://pixabay.com/ko/%EC%82%AC%EC%9D%B4%EB%B2%84-%EB%B3%B4%EC%95%88-%EB%B3%B4%EC%95%88-%EC%9E%90%EB%AC%BC%EC%87%A0-%EC%9E%90%EB%AC%BC%EC%87%A0-%EC%95%84%EC%9D%B4%EC%BD%98-%EC%9E%A0%EA%B8%88-%EC%9D%B4%EB%AF%B8%EC%A7%80-1915628/" TargetMode="External"/><Relationship Id="rId2" Type="http://schemas.openxmlformats.org/officeDocument/2006/relationships/hyperlink" Target="https://www.usemotion.com/blog/project-assumptions" TargetMode="External"/><Relationship Id="rId1" Type="http://schemas.openxmlformats.org/officeDocument/2006/relationships/image" Target="../media/image1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techradar.com/pro/from-caution-to-confidence-tackling-ai-obstacles-with-education" TargetMode="External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hyperlink" Target="https://waymond.tistory.com/249" TargetMode="External"/><Relationship Id="rId1" Type="http://schemas.openxmlformats.org/officeDocument/2006/relationships/image" Target="../media/image5.jpg"/><Relationship Id="rId6" Type="http://schemas.openxmlformats.org/officeDocument/2006/relationships/image" Target="../media/image8.png"/><Relationship Id="rId5" Type="http://schemas.openxmlformats.org/officeDocument/2006/relationships/hyperlink" Target="https://www.infra-repository.org/oiar-2013/index.php/PAT.Orchestration" TargetMode="External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svg"/><Relationship Id="rId7" Type="http://schemas.openxmlformats.org/officeDocument/2006/relationships/hyperlink" Target="https://www.rawpixel.com/image/389071/free-illustration-image-action-method-business" TargetMode="External"/><Relationship Id="rId2" Type="http://schemas.openxmlformats.org/officeDocument/2006/relationships/hyperlink" Target="https://waymond.tistory.com/249" TargetMode="External"/><Relationship Id="rId1" Type="http://schemas.openxmlformats.org/officeDocument/2006/relationships/image" Target="../media/image5.jpg"/><Relationship Id="rId6" Type="http://schemas.openxmlformats.org/officeDocument/2006/relationships/image" Target="../media/image13.1"/><Relationship Id="rId11" Type="http://schemas.openxmlformats.org/officeDocument/2006/relationships/hyperlink" Target="https://www.preppersoft.com/blog/2017/02/12/prepper-resolution-6-use-a-password-manager/" TargetMode="External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hyperlink" Target="https://pixabay.com/en/information-info-tips-icon-1481584/" TargetMode="External"/><Relationship Id="rId2" Type="http://schemas.openxmlformats.org/officeDocument/2006/relationships/image" Target="../media/image16.png"/><Relationship Id="rId1" Type="http://schemas.openxmlformats.org/officeDocument/2006/relationships/image" Target="../media/image15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hyperlink" Target="https://www.raffaelechiatto.com/backup-e-restore-della-configurazione-delle-sessioni-in-putty/" TargetMode="External"/><Relationship Id="rId9" Type="http://schemas.openxmlformats.org/officeDocument/2006/relationships/image" Target="../media/image2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2F86BA-9F48-4EBD-B737-818B53621217}" type="doc">
      <dgm:prSet loTypeId="urn:microsoft.com/office/officeart/2024/layout/Vertic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4CD7D29-9022-4128-A566-3C343F30CB7E}">
      <dgm:prSet phldrT="[Text]" custT="1"/>
      <dgm:spPr/>
      <dgm:t>
        <a:bodyPr/>
        <a:lstStyle/>
        <a:p>
          <a:pPr>
            <a:buNone/>
          </a:pPr>
          <a:r>
            <a:rPr lang="en-IN" sz="1200" dirty="0"/>
            <a:t>The goal of this project is to build an AI-powered healthcare assistant that helps hospital staff access information from multiple sources through a single chat interface.</a:t>
          </a:r>
        </a:p>
      </dgm:t>
    </dgm:pt>
    <dgm:pt modelId="{D2D35568-EA92-4E72-9C0E-10D2162E7A14}" type="parTrans" cxnId="{43659E2C-627D-44B5-BB9B-CE8ABCF9EA1C}">
      <dgm:prSet/>
      <dgm:spPr/>
      <dgm:t>
        <a:bodyPr/>
        <a:lstStyle/>
        <a:p>
          <a:endParaRPr lang="en-IN"/>
        </a:p>
      </dgm:t>
    </dgm:pt>
    <dgm:pt modelId="{EE8F1FBF-C4F9-4ECB-977D-F2B29B98CBA5}" type="sibTrans" cxnId="{43659E2C-627D-44B5-BB9B-CE8ABCF9EA1C}">
      <dgm:prSet/>
      <dgm:spPr/>
      <dgm:t>
        <a:bodyPr/>
        <a:lstStyle/>
        <a:p>
          <a:endParaRPr lang="en-IN"/>
        </a:p>
      </dgm:t>
    </dgm:pt>
    <dgm:pt modelId="{FBF20DE7-3C6E-4D4E-A7A2-6F1FB4B352FD}">
      <dgm:prSet phldrT="[Text]"/>
      <dgm:spPr/>
      <dgm:t>
        <a:bodyPr/>
        <a:lstStyle/>
        <a:p>
          <a:r>
            <a:rPr lang="en-IN" dirty="0"/>
            <a:t>Problem Statement</a:t>
          </a:r>
        </a:p>
      </dgm:t>
    </dgm:pt>
    <dgm:pt modelId="{4331035C-EB6E-4FEC-95D3-18E0C8A6A707}" type="parTrans" cxnId="{05DE5981-2156-4BE8-AFCB-5D13460F1B37}">
      <dgm:prSet/>
      <dgm:spPr/>
      <dgm:t>
        <a:bodyPr/>
        <a:lstStyle/>
        <a:p>
          <a:endParaRPr lang="en-IN"/>
        </a:p>
      </dgm:t>
    </dgm:pt>
    <dgm:pt modelId="{4D7146CA-5C41-4A57-9BD5-E25B945D2505}" type="sibTrans" cxnId="{05DE5981-2156-4BE8-AFCB-5D13460F1B37}">
      <dgm:prSet/>
      <dgm:spPr/>
      <dgm:t>
        <a:bodyPr/>
        <a:lstStyle/>
        <a:p>
          <a:endParaRPr lang="en-IN"/>
        </a:p>
      </dgm:t>
    </dgm:pt>
    <dgm:pt modelId="{747E1B4F-1D54-4AA5-AC92-84C2D08740E1}">
      <dgm:prSet phldrT="[Text]" custT="1"/>
      <dgm:spPr/>
      <dgm:t>
        <a:bodyPr/>
        <a:lstStyle/>
        <a:p>
          <a:pPr>
            <a:buNone/>
          </a:pPr>
          <a:r>
            <a:rPr lang="en-IN" sz="1200" dirty="0"/>
            <a:t>Hospitals keep information in many different places, such as SOPs, policies, patient records, appointment systems, billing systems, and medical reports.</a:t>
          </a:r>
        </a:p>
      </dgm:t>
    </dgm:pt>
    <dgm:pt modelId="{ACDD9F2F-B952-4C1A-9824-A13E8292F924}" type="parTrans" cxnId="{CFD6CBFD-0626-4EF8-AB14-B3C69FD97760}">
      <dgm:prSet/>
      <dgm:spPr/>
      <dgm:t>
        <a:bodyPr/>
        <a:lstStyle/>
        <a:p>
          <a:endParaRPr lang="en-IN"/>
        </a:p>
      </dgm:t>
    </dgm:pt>
    <dgm:pt modelId="{ACE2B8AD-B5E4-4D0F-8585-07DB8789B379}" type="sibTrans" cxnId="{CFD6CBFD-0626-4EF8-AB14-B3C69FD97760}">
      <dgm:prSet/>
      <dgm:spPr/>
      <dgm:t>
        <a:bodyPr/>
        <a:lstStyle/>
        <a:p>
          <a:endParaRPr lang="en-IN"/>
        </a:p>
      </dgm:t>
    </dgm:pt>
    <dgm:pt modelId="{5B035500-C0E5-45C6-9736-73BDD636DB2B}">
      <dgm:prSet phldrT="[Text]" custT="1"/>
      <dgm:spPr/>
      <dgm:t>
        <a:bodyPr/>
        <a:lstStyle/>
        <a:p>
          <a:pPr>
            <a:buNone/>
          </a:pPr>
          <a:r>
            <a:rPr lang="en-IN" sz="1200" dirty="0"/>
            <a:t>Because the information is spread across multiple systems, finding the right data can take a lot of time and effort.</a:t>
          </a:r>
        </a:p>
      </dgm:t>
    </dgm:pt>
    <dgm:pt modelId="{AFE9EFFC-7176-49FA-83F8-0EDBA5DEDADC}" type="parTrans" cxnId="{D3B381C7-577B-4496-83FF-783881E0F19A}">
      <dgm:prSet/>
      <dgm:spPr/>
      <dgm:t>
        <a:bodyPr/>
        <a:lstStyle/>
        <a:p>
          <a:endParaRPr lang="en-IN"/>
        </a:p>
      </dgm:t>
    </dgm:pt>
    <dgm:pt modelId="{507701B0-E124-4883-8FD2-E09CA9EA7D70}" type="sibTrans" cxnId="{D3B381C7-577B-4496-83FF-783881E0F19A}">
      <dgm:prSet/>
      <dgm:spPr/>
      <dgm:t>
        <a:bodyPr/>
        <a:lstStyle/>
        <a:p>
          <a:endParaRPr lang="en-IN"/>
        </a:p>
      </dgm:t>
    </dgm:pt>
    <dgm:pt modelId="{3F3D15A0-12A7-4535-A786-CD3101412B51}">
      <dgm:prSet phldrT="[Text]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Proposed Solution</a:t>
          </a:r>
          <a:endParaRPr lang="en-IN" dirty="0">
            <a:solidFill>
              <a:schemeClr val="bg1"/>
            </a:solidFill>
          </a:endParaRPr>
        </a:p>
      </dgm:t>
    </dgm:pt>
    <dgm:pt modelId="{5B093E60-F0A0-4082-A105-5C7C4819EA48}" type="parTrans" cxnId="{B1BF7EF1-CBE1-4324-A635-F87DFF8EE6A4}">
      <dgm:prSet/>
      <dgm:spPr/>
      <dgm:t>
        <a:bodyPr/>
        <a:lstStyle/>
        <a:p>
          <a:endParaRPr lang="en-IN"/>
        </a:p>
      </dgm:t>
    </dgm:pt>
    <dgm:pt modelId="{097E9F5F-E4D7-4C31-959A-D4EEF6BF7004}" type="sibTrans" cxnId="{B1BF7EF1-CBE1-4324-A635-F87DFF8EE6A4}">
      <dgm:prSet/>
      <dgm:spPr/>
      <dgm:t>
        <a:bodyPr/>
        <a:lstStyle/>
        <a:p>
          <a:endParaRPr lang="en-IN"/>
        </a:p>
      </dgm:t>
    </dgm:pt>
    <dgm:pt modelId="{FCA6DE10-A9FC-4AA8-A3C5-850BCDE40BD5}">
      <dgm:prSet phldrT="[Text]" custT="1"/>
      <dgm:spPr/>
      <dgm:t>
        <a:bodyPr/>
        <a:lstStyle/>
        <a:p>
          <a:pPr>
            <a:buNone/>
          </a:pPr>
          <a:r>
            <a:rPr lang="en-US" sz="1200">
              <a:solidFill>
                <a:srgbClr val="1F2937"/>
              </a:solidFill>
            </a:rPr>
            <a:t>MediAssist</a:t>
          </a:r>
          <a:r>
            <a:rPr lang="en-US" sz="1200" dirty="0">
              <a:solidFill>
                <a:srgbClr val="1F2937"/>
              </a:solidFill>
            </a:rPr>
            <a:t> AI is an agentic copilot that validates the question, routes to RAG or MCP, retrieves trusted context, generates a safe response, attaches sources, and evaluates answer quality with LLM-as-a-Judge.</a:t>
          </a:r>
          <a:endParaRPr lang="en-IN" sz="1200" dirty="0"/>
        </a:p>
      </dgm:t>
    </dgm:pt>
    <dgm:pt modelId="{E31CDC63-BE85-4B0D-9598-714C38CE18B3}" type="parTrans" cxnId="{7F7482CE-6D11-4F4E-BF33-A511983C7416}">
      <dgm:prSet/>
      <dgm:spPr/>
      <dgm:t>
        <a:bodyPr/>
        <a:lstStyle/>
        <a:p>
          <a:endParaRPr lang="en-IN"/>
        </a:p>
      </dgm:t>
    </dgm:pt>
    <dgm:pt modelId="{29659C8D-4368-47DD-9B20-A2A6AA9EB2A5}" type="sibTrans" cxnId="{7F7482CE-6D11-4F4E-BF33-A511983C7416}">
      <dgm:prSet/>
      <dgm:spPr/>
      <dgm:t>
        <a:bodyPr/>
        <a:lstStyle/>
        <a:p>
          <a:endParaRPr lang="en-IN"/>
        </a:p>
      </dgm:t>
    </dgm:pt>
    <dgm:pt modelId="{7FA862F0-FBAB-4AFF-BB8D-7A5E49F0B554}">
      <dgm:prSet phldrT="[Text]" custT="1"/>
      <dgm:spPr/>
      <dgm:t>
        <a:bodyPr/>
        <a:lstStyle/>
        <a:p>
          <a:pPr>
            <a:buNone/>
          </a:pPr>
          <a:r>
            <a:rPr lang="en-IN" sz="1200" dirty="0"/>
            <a:t>The system combines Retrieval-Augmented Generation (RAG), Multi-Agent AI, Multimodal AI, MCP-based database access, and cloud deployment to provide accurate and contextual healthcare information. </a:t>
          </a:r>
        </a:p>
      </dgm:t>
    </dgm:pt>
    <dgm:pt modelId="{877956C9-0A05-4FCD-B0D7-183F387F4F65}" type="parTrans" cxnId="{2F4A493A-F1C7-4525-8297-C2C97D5DAF14}">
      <dgm:prSet/>
      <dgm:spPr/>
      <dgm:t>
        <a:bodyPr/>
        <a:lstStyle/>
        <a:p>
          <a:endParaRPr lang="en-IN"/>
        </a:p>
      </dgm:t>
    </dgm:pt>
    <dgm:pt modelId="{B46F854E-6973-4AAF-BA51-C23A8BE77CFB}" type="sibTrans" cxnId="{2F4A493A-F1C7-4525-8297-C2C97D5DAF14}">
      <dgm:prSet/>
      <dgm:spPr/>
      <dgm:t>
        <a:bodyPr/>
        <a:lstStyle/>
        <a:p>
          <a:endParaRPr lang="en-IN"/>
        </a:p>
      </dgm:t>
    </dgm:pt>
    <dgm:pt modelId="{9812F53B-9F16-4906-A882-1A956FAA31EE}">
      <dgm:prSet phldrT="[Text]" phldr="0" custT="1"/>
      <dgm:spPr/>
      <dgm:t>
        <a:bodyPr/>
        <a:lstStyle/>
        <a:p>
          <a:endParaRPr lang="en-IN" sz="1200" dirty="0"/>
        </a:p>
      </dgm:t>
    </dgm:pt>
    <dgm:pt modelId="{17C8B7A5-DD20-4113-8ACF-777BAA5D3ED9}" type="parTrans" cxnId="{C1CAB236-8C49-41C8-B41E-CFD5F3E2D316}">
      <dgm:prSet/>
      <dgm:spPr/>
      <dgm:t>
        <a:bodyPr/>
        <a:lstStyle/>
        <a:p>
          <a:endParaRPr lang="en-IN"/>
        </a:p>
      </dgm:t>
    </dgm:pt>
    <dgm:pt modelId="{FF14A7BB-81BD-44DE-AFC1-4FFCAC5B5620}" type="sibTrans" cxnId="{C1CAB236-8C49-41C8-B41E-CFD5F3E2D316}">
      <dgm:prSet/>
      <dgm:spPr/>
      <dgm:t>
        <a:bodyPr/>
        <a:lstStyle/>
        <a:p>
          <a:endParaRPr lang="en-IN"/>
        </a:p>
      </dgm:t>
    </dgm:pt>
    <dgm:pt modelId="{03F97E0B-8828-4F79-97E8-44D493C450CB}">
      <dgm:prSet phldrT="[Text]" custT="1"/>
      <dgm:spPr/>
      <dgm:t>
        <a:bodyPr/>
        <a:lstStyle/>
        <a:p>
          <a:pPr>
            <a:buNone/>
          </a:pPr>
          <a:r>
            <a:rPr lang="en-IN" sz="1200" dirty="0"/>
            <a:t>The goal is to build a single AI assistant that can connect to all these sources and provide fast, accurate, and relevant answers whenever needed.</a:t>
          </a:r>
        </a:p>
      </dgm:t>
    </dgm:pt>
    <dgm:pt modelId="{BE7657B2-AEE0-4123-9A24-9FA493182F0D}" type="parTrans" cxnId="{6E53FA02-7C76-4436-A76B-22431D42A8CF}">
      <dgm:prSet/>
      <dgm:spPr/>
      <dgm:t>
        <a:bodyPr/>
        <a:lstStyle/>
        <a:p>
          <a:endParaRPr lang="en-IN"/>
        </a:p>
      </dgm:t>
    </dgm:pt>
    <dgm:pt modelId="{1CE5A3F0-622E-4EA3-AE57-7C13FA322B7C}" type="sibTrans" cxnId="{6E53FA02-7C76-4436-A76B-22431D42A8CF}">
      <dgm:prSet/>
      <dgm:spPr/>
      <dgm:t>
        <a:bodyPr/>
        <a:lstStyle/>
        <a:p>
          <a:endParaRPr lang="en-IN"/>
        </a:p>
      </dgm:t>
    </dgm:pt>
    <dgm:pt modelId="{ADE0694C-F49B-4C72-A096-B21F5C0BAC52}">
      <dgm:prSet phldrT="[Text]" phldr="0"/>
      <dgm:spPr/>
      <dgm:t>
        <a:bodyPr/>
        <a:lstStyle/>
        <a:p>
          <a:r>
            <a:rPr lang="en-IN" dirty="0"/>
            <a:t>Project Overview</a:t>
          </a:r>
        </a:p>
      </dgm:t>
    </dgm:pt>
    <dgm:pt modelId="{7EAAFB6F-D529-4FB4-B3D8-36693120DA31}" type="sibTrans" cxnId="{6D6460DF-5B1C-4B32-8F4E-EA1050DA60AE}">
      <dgm:prSet/>
      <dgm:spPr/>
      <dgm:t>
        <a:bodyPr/>
        <a:lstStyle/>
        <a:p>
          <a:endParaRPr lang="en-IN"/>
        </a:p>
      </dgm:t>
    </dgm:pt>
    <dgm:pt modelId="{ADCBCAF4-F82D-484D-9F66-FD22866395D4}" type="parTrans" cxnId="{6D6460DF-5B1C-4B32-8F4E-EA1050DA60AE}">
      <dgm:prSet/>
      <dgm:spPr/>
      <dgm:t>
        <a:bodyPr/>
        <a:lstStyle/>
        <a:p>
          <a:endParaRPr lang="en-IN"/>
        </a:p>
      </dgm:t>
    </dgm:pt>
    <dgm:pt modelId="{647990BC-32BC-4B2E-925D-D795707C0E09}" type="pres">
      <dgm:prSet presAssocID="{D42F86BA-9F48-4EBD-B737-818B53621217}" presName="Name0" presStyleCnt="0">
        <dgm:presLayoutVars>
          <dgm:dir/>
          <dgm:animLvl val="lvl"/>
          <dgm:resizeHandles val="exact"/>
        </dgm:presLayoutVars>
      </dgm:prSet>
      <dgm:spPr/>
    </dgm:pt>
    <dgm:pt modelId="{032AE5AD-E510-41C9-8E8F-A91023ECBDE9}" type="pres">
      <dgm:prSet presAssocID="{ADE0694C-F49B-4C72-A096-B21F5C0BAC52}" presName="linNode" presStyleCnt="0"/>
      <dgm:spPr/>
    </dgm:pt>
    <dgm:pt modelId="{05B90326-24A4-453B-9252-803C2B920EEE}" type="pres">
      <dgm:prSet presAssocID="{ADE0694C-F49B-4C72-A096-B21F5C0BAC52}" presName="bgOutline" presStyleLbl="fgAcc1" presStyleIdx="0" presStyleCnt="3"/>
      <dgm:spPr/>
    </dgm:pt>
    <dgm:pt modelId="{AF5BFBE4-1FAF-4031-A099-148ECB1BB916}" type="pres">
      <dgm:prSet presAssocID="{ADE0694C-F49B-4C72-A096-B21F5C0BAC52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6A34A646-AC92-49A3-A3DF-4C4AE3933186}" type="pres">
      <dgm:prSet presAssocID="{ADE0694C-F49B-4C72-A096-B21F5C0BAC52}" presName="descendantText" presStyleLbl="revTx" presStyleIdx="0" presStyleCnt="0">
        <dgm:presLayoutVars>
          <dgm:bulletEnabled/>
        </dgm:presLayoutVars>
      </dgm:prSet>
      <dgm:spPr/>
    </dgm:pt>
    <dgm:pt modelId="{F1956857-46CE-420A-AD28-C98D89EA37F7}" type="pres">
      <dgm:prSet presAssocID="{7EAAFB6F-D529-4FB4-B3D8-36693120DA31}" presName="sp" presStyleCnt="0"/>
      <dgm:spPr/>
    </dgm:pt>
    <dgm:pt modelId="{CA6AC566-32AF-4086-823C-9210EB8CE864}" type="pres">
      <dgm:prSet presAssocID="{FBF20DE7-3C6E-4D4E-A7A2-6F1FB4B352FD}" presName="linNode" presStyleCnt="0"/>
      <dgm:spPr/>
    </dgm:pt>
    <dgm:pt modelId="{1E01A0AD-86D6-45FF-8A01-857881F5DF50}" type="pres">
      <dgm:prSet presAssocID="{FBF20DE7-3C6E-4D4E-A7A2-6F1FB4B352FD}" presName="bgOutline" presStyleLbl="fgAcc1" presStyleIdx="1" presStyleCnt="3"/>
      <dgm:spPr/>
    </dgm:pt>
    <dgm:pt modelId="{AF20ADAB-4D53-405C-8A59-C3441A7C5EFF}" type="pres">
      <dgm:prSet presAssocID="{FBF20DE7-3C6E-4D4E-A7A2-6F1FB4B352FD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E07423DD-B0A3-4662-B35A-EC10DA7480D8}" type="pres">
      <dgm:prSet presAssocID="{FBF20DE7-3C6E-4D4E-A7A2-6F1FB4B352FD}" presName="descendantText" presStyleLbl="revTx" presStyleIdx="0" presStyleCnt="0">
        <dgm:presLayoutVars>
          <dgm:bulletEnabled/>
        </dgm:presLayoutVars>
      </dgm:prSet>
      <dgm:spPr/>
    </dgm:pt>
    <dgm:pt modelId="{8DEB3E9B-0F36-4900-8FA9-0C7A2EF89F73}" type="pres">
      <dgm:prSet presAssocID="{4D7146CA-5C41-4A57-9BD5-E25B945D2505}" presName="sp" presStyleCnt="0"/>
      <dgm:spPr/>
    </dgm:pt>
    <dgm:pt modelId="{EB6AF5D9-D172-4AAC-9C7F-130DB0A0F025}" type="pres">
      <dgm:prSet presAssocID="{3F3D15A0-12A7-4535-A786-CD3101412B51}" presName="linNode" presStyleCnt="0"/>
      <dgm:spPr/>
    </dgm:pt>
    <dgm:pt modelId="{06F1F840-B337-4056-B6D1-C6470EAAFEBC}" type="pres">
      <dgm:prSet presAssocID="{3F3D15A0-12A7-4535-A786-CD3101412B51}" presName="bgOutline" presStyleLbl="fgAcc1" presStyleIdx="2" presStyleCnt="3"/>
      <dgm:spPr/>
    </dgm:pt>
    <dgm:pt modelId="{E778B1EB-0F97-43F9-AB94-38BEF1CAD639}" type="pres">
      <dgm:prSet presAssocID="{3F3D15A0-12A7-4535-A786-CD3101412B51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830A80F2-F941-45C9-A1FF-1C846BFF2DA2}" type="pres">
      <dgm:prSet presAssocID="{3F3D15A0-12A7-4535-A786-CD3101412B51}" presName="descendantText" presStyleLbl="revTx" presStyleIdx="0" presStyleCnt="0">
        <dgm:presLayoutVars>
          <dgm:bulletEnabled/>
        </dgm:presLayoutVars>
      </dgm:prSet>
      <dgm:spPr/>
    </dgm:pt>
  </dgm:ptLst>
  <dgm:cxnLst>
    <dgm:cxn modelId="{6E53FA02-7C76-4436-A76B-22431D42A8CF}" srcId="{FBF20DE7-3C6E-4D4E-A7A2-6F1FB4B352FD}" destId="{03F97E0B-8828-4F79-97E8-44D493C450CB}" srcOrd="2" destOrd="0" parTransId="{BE7657B2-AEE0-4123-9A24-9FA493182F0D}" sibTransId="{1CE5A3F0-622E-4EA3-AE57-7C13FA322B7C}"/>
    <dgm:cxn modelId="{96129007-34D9-4EEE-B77E-300266F64C35}" type="presOf" srcId="{03F97E0B-8828-4F79-97E8-44D493C450CB}" destId="{E07423DD-B0A3-4662-B35A-EC10DA7480D8}" srcOrd="0" destOrd="2" presId="urn:microsoft.com/office/officeart/2024/layout/VerticalActionList"/>
    <dgm:cxn modelId="{E2BD5413-FD0A-4857-B8C5-33A32CD4E6F8}" type="presOf" srcId="{D42F86BA-9F48-4EBD-B737-818B53621217}" destId="{647990BC-32BC-4B2E-925D-D795707C0E09}" srcOrd="0" destOrd="0" presId="urn:microsoft.com/office/officeart/2024/layout/VerticalActionList"/>
    <dgm:cxn modelId="{94395A16-1FE0-45D8-A223-B5EE9BAF30B6}" type="presOf" srcId="{ADE0694C-F49B-4C72-A096-B21F5C0BAC52}" destId="{AF5BFBE4-1FAF-4031-A099-148ECB1BB916}" srcOrd="1" destOrd="0" presId="urn:microsoft.com/office/officeart/2024/layout/VerticalActionList"/>
    <dgm:cxn modelId="{43659E2C-627D-44B5-BB9B-CE8ABCF9EA1C}" srcId="{ADE0694C-F49B-4C72-A096-B21F5C0BAC52}" destId="{74CD7D29-9022-4128-A566-3C343F30CB7E}" srcOrd="0" destOrd="0" parTransId="{D2D35568-EA92-4E72-9C0E-10D2162E7A14}" sibTransId="{EE8F1FBF-C4F9-4ECB-977D-F2B29B98CBA5}"/>
    <dgm:cxn modelId="{BFEA3C30-0C7E-4410-A035-1B36252A1F42}" type="presOf" srcId="{747E1B4F-1D54-4AA5-AC92-84C2D08740E1}" destId="{E07423DD-B0A3-4662-B35A-EC10DA7480D8}" srcOrd="0" destOrd="0" presId="urn:microsoft.com/office/officeart/2024/layout/VerticalActionList"/>
    <dgm:cxn modelId="{2555A536-22C2-44E8-ACEF-1FD33680D9DD}" type="presOf" srcId="{5B035500-C0E5-45C6-9736-73BDD636DB2B}" destId="{E07423DD-B0A3-4662-B35A-EC10DA7480D8}" srcOrd="0" destOrd="1" presId="urn:microsoft.com/office/officeart/2024/layout/VerticalActionList"/>
    <dgm:cxn modelId="{C1CAB236-8C49-41C8-B41E-CFD5F3E2D316}" srcId="{FBF20DE7-3C6E-4D4E-A7A2-6F1FB4B352FD}" destId="{9812F53B-9F16-4906-A882-1A956FAA31EE}" srcOrd="3" destOrd="0" parTransId="{17C8B7A5-DD20-4113-8ACF-777BAA5D3ED9}" sibTransId="{FF14A7BB-81BD-44DE-AFC1-4FFCAC5B5620}"/>
    <dgm:cxn modelId="{2F4A493A-F1C7-4525-8297-C2C97D5DAF14}" srcId="{ADE0694C-F49B-4C72-A096-B21F5C0BAC52}" destId="{7FA862F0-FBAB-4AFF-BB8D-7A5E49F0B554}" srcOrd="1" destOrd="0" parTransId="{877956C9-0A05-4FCD-B0D7-183F387F4F65}" sibTransId="{B46F854E-6973-4AAF-BA51-C23A8BE77CFB}"/>
    <dgm:cxn modelId="{CD0D125C-4B16-40F2-B250-A1C37CED830F}" type="presOf" srcId="{FBF20DE7-3C6E-4D4E-A7A2-6F1FB4B352FD}" destId="{1E01A0AD-86D6-45FF-8A01-857881F5DF50}" srcOrd="0" destOrd="0" presId="urn:microsoft.com/office/officeart/2024/layout/VerticalActionList"/>
    <dgm:cxn modelId="{022B4A4B-8FA6-45C5-85D5-C6C9C9FF058D}" type="presOf" srcId="{FBF20DE7-3C6E-4D4E-A7A2-6F1FB4B352FD}" destId="{AF20ADAB-4D53-405C-8A59-C3441A7C5EFF}" srcOrd="1" destOrd="0" presId="urn:microsoft.com/office/officeart/2024/layout/VerticalActionList"/>
    <dgm:cxn modelId="{95FAA64E-F6ED-40A0-A804-0516945BED75}" type="presOf" srcId="{7FA862F0-FBAB-4AFF-BB8D-7A5E49F0B554}" destId="{6A34A646-AC92-49A3-A3DF-4C4AE3933186}" srcOrd="0" destOrd="1" presId="urn:microsoft.com/office/officeart/2024/layout/VerticalActionList"/>
    <dgm:cxn modelId="{DAEDF172-2D46-4617-B383-35BAFC68E20F}" type="presOf" srcId="{9812F53B-9F16-4906-A882-1A956FAA31EE}" destId="{E07423DD-B0A3-4662-B35A-EC10DA7480D8}" srcOrd="0" destOrd="3" presId="urn:microsoft.com/office/officeart/2024/layout/VerticalActionList"/>
    <dgm:cxn modelId="{E07C8A77-7314-46F1-8158-E17A7A0845B9}" type="presOf" srcId="{ADE0694C-F49B-4C72-A096-B21F5C0BAC52}" destId="{05B90326-24A4-453B-9252-803C2B920EEE}" srcOrd="0" destOrd="0" presId="urn:microsoft.com/office/officeart/2024/layout/VerticalActionList"/>
    <dgm:cxn modelId="{D63DAC7E-6D04-4D7E-9DD6-68F2515A44F4}" type="presOf" srcId="{74CD7D29-9022-4128-A566-3C343F30CB7E}" destId="{6A34A646-AC92-49A3-A3DF-4C4AE3933186}" srcOrd="0" destOrd="0" presId="urn:microsoft.com/office/officeart/2024/layout/VerticalActionList"/>
    <dgm:cxn modelId="{05DE5981-2156-4BE8-AFCB-5D13460F1B37}" srcId="{D42F86BA-9F48-4EBD-B737-818B53621217}" destId="{FBF20DE7-3C6E-4D4E-A7A2-6F1FB4B352FD}" srcOrd="1" destOrd="0" parTransId="{4331035C-EB6E-4FEC-95D3-18E0C8A6A707}" sibTransId="{4D7146CA-5C41-4A57-9BD5-E25B945D2505}"/>
    <dgm:cxn modelId="{FB3CB585-87E4-4E55-86CE-555D8CFE677E}" type="presOf" srcId="{3F3D15A0-12A7-4535-A786-CD3101412B51}" destId="{E778B1EB-0F97-43F9-AB94-38BEF1CAD639}" srcOrd="1" destOrd="0" presId="urn:microsoft.com/office/officeart/2024/layout/VerticalActionList"/>
    <dgm:cxn modelId="{A7EE3B9D-D9A2-40F0-9C04-A3083C5F25DF}" type="presOf" srcId="{3F3D15A0-12A7-4535-A786-CD3101412B51}" destId="{06F1F840-B337-4056-B6D1-C6470EAAFEBC}" srcOrd="0" destOrd="0" presId="urn:microsoft.com/office/officeart/2024/layout/VerticalActionList"/>
    <dgm:cxn modelId="{D3B381C7-577B-4496-83FF-783881E0F19A}" srcId="{FBF20DE7-3C6E-4D4E-A7A2-6F1FB4B352FD}" destId="{5B035500-C0E5-45C6-9736-73BDD636DB2B}" srcOrd="1" destOrd="0" parTransId="{AFE9EFFC-7176-49FA-83F8-0EDBA5DEDADC}" sibTransId="{507701B0-E124-4883-8FD2-E09CA9EA7D70}"/>
    <dgm:cxn modelId="{7F7482CE-6D11-4F4E-BF33-A511983C7416}" srcId="{3F3D15A0-12A7-4535-A786-CD3101412B51}" destId="{FCA6DE10-A9FC-4AA8-A3C5-850BCDE40BD5}" srcOrd="0" destOrd="0" parTransId="{E31CDC63-BE85-4B0D-9598-714C38CE18B3}" sibTransId="{29659C8D-4368-47DD-9B20-A2A6AA9EB2A5}"/>
    <dgm:cxn modelId="{0F754ADB-4587-48EB-977F-1D1A94C52D37}" type="presOf" srcId="{FCA6DE10-A9FC-4AA8-A3C5-850BCDE40BD5}" destId="{830A80F2-F941-45C9-A1FF-1C846BFF2DA2}" srcOrd="0" destOrd="0" presId="urn:microsoft.com/office/officeart/2024/layout/VerticalActionList"/>
    <dgm:cxn modelId="{6D6460DF-5B1C-4B32-8F4E-EA1050DA60AE}" srcId="{D42F86BA-9F48-4EBD-B737-818B53621217}" destId="{ADE0694C-F49B-4C72-A096-B21F5C0BAC52}" srcOrd="0" destOrd="0" parTransId="{ADCBCAF4-F82D-484D-9F66-FD22866395D4}" sibTransId="{7EAAFB6F-D529-4FB4-B3D8-36693120DA31}"/>
    <dgm:cxn modelId="{B1BF7EF1-CBE1-4324-A635-F87DFF8EE6A4}" srcId="{D42F86BA-9F48-4EBD-B737-818B53621217}" destId="{3F3D15A0-12A7-4535-A786-CD3101412B51}" srcOrd="2" destOrd="0" parTransId="{5B093E60-F0A0-4082-A105-5C7C4819EA48}" sibTransId="{097E9F5F-E4D7-4C31-959A-D4EEF6BF7004}"/>
    <dgm:cxn modelId="{CFD6CBFD-0626-4EF8-AB14-B3C69FD97760}" srcId="{FBF20DE7-3C6E-4D4E-A7A2-6F1FB4B352FD}" destId="{747E1B4F-1D54-4AA5-AC92-84C2D08740E1}" srcOrd="0" destOrd="0" parTransId="{ACDD9F2F-B952-4C1A-9824-A13E8292F924}" sibTransId="{ACE2B8AD-B5E4-4D0F-8585-07DB8789B379}"/>
    <dgm:cxn modelId="{2306B281-1E81-462B-9A70-82651D84779E}" type="presParOf" srcId="{647990BC-32BC-4B2E-925D-D795707C0E09}" destId="{032AE5AD-E510-41C9-8E8F-A91023ECBDE9}" srcOrd="0" destOrd="0" presId="urn:microsoft.com/office/officeart/2024/layout/VerticalActionList"/>
    <dgm:cxn modelId="{84DFA0DE-82F4-4856-9A23-E80D26D50E26}" type="presParOf" srcId="{032AE5AD-E510-41C9-8E8F-A91023ECBDE9}" destId="{05B90326-24A4-453B-9252-803C2B920EEE}" srcOrd="0" destOrd="0" presId="urn:microsoft.com/office/officeart/2024/layout/VerticalActionList"/>
    <dgm:cxn modelId="{C7FA191A-690F-4957-8C6B-4EF6F9349C97}" type="presParOf" srcId="{032AE5AD-E510-41C9-8E8F-A91023ECBDE9}" destId="{AF5BFBE4-1FAF-4031-A099-148ECB1BB916}" srcOrd="1" destOrd="0" presId="urn:microsoft.com/office/officeart/2024/layout/VerticalActionList"/>
    <dgm:cxn modelId="{40560485-1614-4724-831B-743329138CDD}" type="presParOf" srcId="{032AE5AD-E510-41C9-8E8F-A91023ECBDE9}" destId="{6A34A646-AC92-49A3-A3DF-4C4AE3933186}" srcOrd="2" destOrd="0" presId="urn:microsoft.com/office/officeart/2024/layout/VerticalActionList"/>
    <dgm:cxn modelId="{1062E361-9F1C-4C60-8A86-8199523B86D5}" type="presParOf" srcId="{647990BC-32BC-4B2E-925D-D795707C0E09}" destId="{F1956857-46CE-420A-AD28-C98D89EA37F7}" srcOrd="1" destOrd="0" presId="urn:microsoft.com/office/officeart/2024/layout/VerticalActionList"/>
    <dgm:cxn modelId="{8BA6F33E-B03F-42CA-BEC4-72EAE7F9E67A}" type="presParOf" srcId="{647990BC-32BC-4B2E-925D-D795707C0E09}" destId="{CA6AC566-32AF-4086-823C-9210EB8CE864}" srcOrd="2" destOrd="0" presId="urn:microsoft.com/office/officeart/2024/layout/VerticalActionList"/>
    <dgm:cxn modelId="{36C80691-CDE4-4C61-80C7-FAFCFA302766}" type="presParOf" srcId="{CA6AC566-32AF-4086-823C-9210EB8CE864}" destId="{1E01A0AD-86D6-45FF-8A01-857881F5DF50}" srcOrd="0" destOrd="0" presId="urn:microsoft.com/office/officeart/2024/layout/VerticalActionList"/>
    <dgm:cxn modelId="{E5F008FD-D1E5-47E3-AC7F-6323D079907A}" type="presParOf" srcId="{CA6AC566-32AF-4086-823C-9210EB8CE864}" destId="{AF20ADAB-4D53-405C-8A59-C3441A7C5EFF}" srcOrd="1" destOrd="0" presId="urn:microsoft.com/office/officeart/2024/layout/VerticalActionList"/>
    <dgm:cxn modelId="{1E7003C7-B7DF-42E7-9CD0-BDBBABBB51C2}" type="presParOf" srcId="{CA6AC566-32AF-4086-823C-9210EB8CE864}" destId="{E07423DD-B0A3-4662-B35A-EC10DA7480D8}" srcOrd="2" destOrd="0" presId="urn:microsoft.com/office/officeart/2024/layout/VerticalActionList"/>
    <dgm:cxn modelId="{8FD4914F-B77B-48BC-95A2-654923653B15}" type="presParOf" srcId="{647990BC-32BC-4B2E-925D-D795707C0E09}" destId="{8DEB3E9B-0F36-4900-8FA9-0C7A2EF89F73}" srcOrd="3" destOrd="0" presId="urn:microsoft.com/office/officeart/2024/layout/VerticalActionList"/>
    <dgm:cxn modelId="{E6358E3F-4EFB-4858-9BF5-1CEFEAE3BFA0}" type="presParOf" srcId="{647990BC-32BC-4B2E-925D-D795707C0E09}" destId="{EB6AF5D9-D172-4AAC-9C7F-130DB0A0F025}" srcOrd="4" destOrd="0" presId="urn:microsoft.com/office/officeart/2024/layout/VerticalActionList"/>
    <dgm:cxn modelId="{16FEE9EF-F6ED-4A80-8DC5-5F7623187370}" type="presParOf" srcId="{EB6AF5D9-D172-4AAC-9C7F-130DB0A0F025}" destId="{06F1F840-B337-4056-B6D1-C6470EAAFEBC}" srcOrd="0" destOrd="0" presId="urn:microsoft.com/office/officeart/2024/layout/VerticalActionList"/>
    <dgm:cxn modelId="{72AC7D59-2B4C-4FF8-B967-6A3736BECF76}" type="presParOf" srcId="{EB6AF5D9-D172-4AAC-9C7F-130DB0A0F025}" destId="{E778B1EB-0F97-43F9-AB94-38BEF1CAD639}" srcOrd="1" destOrd="0" presId="urn:microsoft.com/office/officeart/2024/layout/VerticalActionList"/>
    <dgm:cxn modelId="{B237649A-A740-4BA3-8D2C-49EB6518414E}" type="presParOf" srcId="{EB6AF5D9-D172-4AAC-9C7F-130DB0A0F025}" destId="{830A80F2-F941-45C9-A1FF-1C846BFF2DA2}" srcOrd="2" destOrd="0" presId="urn:microsoft.com/office/officeart/2024/layout/Vertic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85BB88-DB61-4756-BCD3-2865AE04146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B717307-135B-4BF2-BB1D-25BD32CF8271}">
      <dgm:prSet phldrT="[Text]"/>
      <dgm:spPr/>
      <dgm:t>
        <a:bodyPr/>
        <a:lstStyle/>
        <a:p>
          <a:pPr>
            <a:buNone/>
          </a:pPr>
          <a:r>
            <a:rPr lang="en-US" b="1" dirty="0">
              <a:solidFill>
                <a:srgbClr val="0B1F3A"/>
              </a:solidFill>
            </a:rPr>
            <a:t>Assumptions</a:t>
          </a:r>
          <a:endParaRPr lang="en-US" dirty="0"/>
        </a:p>
        <a:p>
          <a:pPr>
            <a:buNone/>
          </a:pPr>
          <a:r>
            <a:rPr lang="en-US" dirty="0">
              <a:solidFill>
                <a:srgbClr val="1F2937"/>
              </a:solidFill>
            </a:rPr>
            <a:t>Uploaded documents are user-specific and dynamic, hospital operational data is available through controlled MCP tools, medical images may contain both visible text and visual clinical context.</a:t>
          </a:r>
          <a:endParaRPr lang="en-IN" dirty="0"/>
        </a:p>
      </dgm:t>
    </dgm:pt>
    <dgm:pt modelId="{F7E175C7-833D-4773-BC14-0912CA62C5ED}" type="parTrans" cxnId="{A6E985DC-4BF5-4C41-BECB-52C27EE8DFB5}">
      <dgm:prSet/>
      <dgm:spPr/>
      <dgm:t>
        <a:bodyPr/>
        <a:lstStyle/>
        <a:p>
          <a:endParaRPr lang="en-IN"/>
        </a:p>
      </dgm:t>
    </dgm:pt>
    <dgm:pt modelId="{432247C2-FCEE-4645-8EE5-B28397327E83}" type="sibTrans" cxnId="{A6E985DC-4BF5-4C41-BECB-52C27EE8DFB5}">
      <dgm:prSet/>
      <dgm:spPr/>
      <dgm:t>
        <a:bodyPr/>
        <a:lstStyle/>
        <a:p>
          <a:endParaRPr lang="en-IN"/>
        </a:p>
      </dgm:t>
    </dgm:pt>
    <dgm:pt modelId="{90116DFB-B392-4736-9612-D0E6E216A40A}">
      <dgm:prSet phldrT="[Text]"/>
      <dgm:spPr/>
      <dgm:t>
        <a:bodyPr/>
        <a:lstStyle/>
        <a:p>
          <a:pPr>
            <a:buNone/>
          </a:pPr>
          <a:r>
            <a:rPr lang="en-US" b="1" dirty="0">
              <a:solidFill>
                <a:srgbClr val="0B1F3A"/>
              </a:solidFill>
            </a:rPr>
            <a:t>Scope</a:t>
          </a:r>
          <a:endParaRPr lang="en-US" dirty="0"/>
        </a:p>
        <a:p>
          <a:pPr>
            <a:buNone/>
          </a:pPr>
          <a:r>
            <a:rPr lang="en-US" dirty="0">
              <a:solidFill>
                <a:srgbClr val="1F2937"/>
              </a:solidFill>
            </a:rPr>
            <a:t>Answer support questions, summarize uploaded records, explain SOP/policy content, retrieve sources, and route operational questions to MCP. No independent diagnosis or prescription decisions.</a:t>
          </a:r>
          <a:endParaRPr lang="en-IN" dirty="0"/>
        </a:p>
      </dgm:t>
    </dgm:pt>
    <dgm:pt modelId="{C38FEC6C-4922-48A3-B655-6743ADA94024}" type="parTrans" cxnId="{6B025F9D-9A47-4BB1-804A-E72EF85815E8}">
      <dgm:prSet/>
      <dgm:spPr/>
      <dgm:t>
        <a:bodyPr/>
        <a:lstStyle/>
        <a:p>
          <a:endParaRPr lang="en-IN"/>
        </a:p>
      </dgm:t>
    </dgm:pt>
    <dgm:pt modelId="{98BAACBC-4458-462A-9636-4870A8445CAF}" type="sibTrans" cxnId="{6B025F9D-9A47-4BB1-804A-E72EF85815E8}">
      <dgm:prSet/>
      <dgm:spPr/>
      <dgm:t>
        <a:bodyPr/>
        <a:lstStyle/>
        <a:p>
          <a:endParaRPr lang="en-IN"/>
        </a:p>
      </dgm:t>
    </dgm:pt>
    <dgm:pt modelId="{351494AD-99AA-47E9-8F30-DB8BE2DE91B1}">
      <dgm:prSet phldrT="[Text]"/>
      <dgm:spPr/>
      <dgm:t>
        <a:bodyPr/>
        <a:lstStyle/>
        <a:p>
          <a:pPr>
            <a:buNone/>
          </a:pPr>
          <a:r>
            <a:rPr lang="en-US" b="1" dirty="0">
              <a:solidFill>
                <a:srgbClr val="0B1F3A"/>
              </a:solidFill>
            </a:rPr>
            <a:t>Pre-requisites</a:t>
          </a:r>
          <a:endParaRPr lang="en-US" dirty="0"/>
        </a:p>
        <a:p>
          <a:pPr>
            <a:buNone/>
          </a:pPr>
          <a:r>
            <a:rPr lang="en-US" dirty="0">
              <a:solidFill>
                <a:srgbClr val="1F2937"/>
              </a:solidFill>
            </a:rPr>
            <a:t>Python environment, </a:t>
          </a:r>
          <a:r>
            <a:rPr lang="en-US" dirty="0" err="1">
              <a:solidFill>
                <a:srgbClr val="1F2937"/>
              </a:solidFill>
            </a:rPr>
            <a:t>Groq</a:t>
          </a:r>
          <a:r>
            <a:rPr lang="en-US" dirty="0">
              <a:solidFill>
                <a:srgbClr val="1F2937"/>
              </a:solidFill>
            </a:rPr>
            <a:t>/OpenAI-compatible key for GPT-OSS, FAISS data directory, </a:t>
          </a:r>
          <a:r>
            <a:rPr lang="en-US" dirty="0" err="1">
              <a:solidFill>
                <a:srgbClr val="1F2937"/>
              </a:solidFill>
            </a:rPr>
            <a:t>Streamlit</a:t>
          </a:r>
          <a:r>
            <a:rPr lang="en-US" dirty="0">
              <a:solidFill>
                <a:srgbClr val="1F2937"/>
              </a:solidFill>
            </a:rPr>
            <a:t>, </a:t>
          </a:r>
          <a:r>
            <a:rPr lang="en-US" dirty="0" err="1">
              <a:solidFill>
                <a:srgbClr val="1F2937"/>
              </a:solidFill>
            </a:rPr>
            <a:t>FastAPI</a:t>
          </a:r>
          <a:r>
            <a:rPr lang="en-US" dirty="0">
              <a:solidFill>
                <a:srgbClr val="1F2937"/>
              </a:solidFill>
            </a:rPr>
            <a:t>, </a:t>
          </a:r>
          <a:r>
            <a:rPr lang="en-US" dirty="0" err="1">
              <a:solidFill>
                <a:srgbClr val="1F2937"/>
              </a:solidFill>
            </a:rPr>
            <a:t>EasyOCR</a:t>
          </a:r>
          <a:r>
            <a:rPr lang="en-US" dirty="0">
              <a:solidFill>
                <a:srgbClr val="1F2937"/>
              </a:solidFill>
            </a:rPr>
            <a:t> dependencies, Docker, and optional Azure/Render deployment configuration.</a:t>
          </a:r>
          <a:endParaRPr lang="en-IN" dirty="0"/>
        </a:p>
      </dgm:t>
    </dgm:pt>
    <dgm:pt modelId="{5128F6DF-3EFD-45A9-9DA3-91478C186C1B}" type="parTrans" cxnId="{00154C63-9672-442D-BBD6-B2497EC2710E}">
      <dgm:prSet/>
      <dgm:spPr/>
      <dgm:t>
        <a:bodyPr/>
        <a:lstStyle/>
        <a:p>
          <a:endParaRPr lang="en-IN"/>
        </a:p>
      </dgm:t>
    </dgm:pt>
    <dgm:pt modelId="{DFF9CE18-9C3C-46EF-AC2E-6BA4A7868597}" type="sibTrans" cxnId="{00154C63-9672-442D-BBD6-B2497EC2710E}">
      <dgm:prSet/>
      <dgm:spPr/>
      <dgm:t>
        <a:bodyPr/>
        <a:lstStyle/>
        <a:p>
          <a:endParaRPr lang="en-IN"/>
        </a:p>
      </dgm:t>
    </dgm:pt>
    <dgm:pt modelId="{D49F24C3-EF2E-4F27-B501-7F93CF6214A8}">
      <dgm:prSet phldrT="[Text]"/>
      <dgm:spPr/>
      <dgm:t>
        <a:bodyPr/>
        <a:lstStyle/>
        <a:p>
          <a:pPr>
            <a:buNone/>
          </a:pPr>
          <a:r>
            <a:rPr lang="en-US" b="1" dirty="0">
              <a:solidFill>
                <a:srgbClr val="0B1F3A"/>
              </a:solidFill>
            </a:rPr>
            <a:t>Safety baseline</a:t>
          </a:r>
          <a:endParaRPr lang="en-US" dirty="0"/>
        </a:p>
        <a:p>
          <a:pPr>
            <a:buNone/>
          </a:pPr>
          <a:r>
            <a:rPr lang="en-US" dirty="0">
              <a:solidFill>
                <a:srgbClr val="1F2937"/>
              </a:solidFill>
            </a:rPr>
            <a:t>The assistant must refuse unsafe clinical advice, avoid dosage decisions, disclose limited context, and present source-backed answers rather than unsupported certainty.</a:t>
          </a:r>
          <a:endParaRPr lang="en-IN" dirty="0"/>
        </a:p>
      </dgm:t>
    </dgm:pt>
    <dgm:pt modelId="{B24728AD-7B21-463E-B078-D816DB1DB788}" type="parTrans" cxnId="{9C3718A1-66DB-414D-ABCF-26D2283342B2}">
      <dgm:prSet/>
      <dgm:spPr/>
      <dgm:t>
        <a:bodyPr/>
        <a:lstStyle/>
        <a:p>
          <a:endParaRPr lang="en-IN"/>
        </a:p>
      </dgm:t>
    </dgm:pt>
    <dgm:pt modelId="{F33669EE-71A2-4EBF-A931-822EBFC668D0}" type="sibTrans" cxnId="{9C3718A1-66DB-414D-ABCF-26D2283342B2}">
      <dgm:prSet/>
      <dgm:spPr/>
      <dgm:t>
        <a:bodyPr/>
        <a:lstStyle/>
        <a:p>
          <a:endParaRPr lang="en-IN"/>
        </a:p>
      </dgm:t>
    </dgm:pt>
    <dgm:pt modelId="{DD391FFB-764D-4902-A03B-ED662BF1FB94}" type="pres">
      <dgm:prSet presAssocID="{6985BB88-DB61-4756-BCD3-2865AE041462}" presName="linearFlow" presStyleCnt="0">
        <dgm:presLayoutVars>
          <dgm:dir/>
          <dgm:resizeHandles val="exact"/>
        </dgm:presLayoutVars>
      </dgm:prSet>
      <dgm:spPr/>
    </dgm:pt>
    <dgm:pt modelId="{442305F6-C319-482D-A81B-62B07300C950}" type="pres">
      <dgm:prSet presAssocID="{9B717307-135B-4BF2-BB1D-25BD32CF8271}" presName="composite" presStyleCnt="0"/>
      <dgm:spPr/>
    </dgm:pt>
    <dgm:pt modelId="{5F61ED2B-3919-43BD-92AF-60CF302A0814}" type="pres">
      <dgm:prSet presAssocID="{9B717307-135B-4BF2-BB1D-25BD32CF8271}" presName="imgShp" presStyleLbl="fgImgPlace1" presStyleIdx="0" presStyleCnt="4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6A20B67F-43F2-4F8F-A844-8E6F1106EEAD}" type="pres">
      <dgm:prSet presAssocID="{9B717307-135B-4BF2-BB1D-25BD32CF8271}" presName="txShp" presStyleLbl="node1" presStyleIdx="0" presStyleCnt="4">
        <dgm:presLayoutVars>
          <dgm:bulletEnabled val="1"/>
        </dgm:presLayoutVars>
      </dgm:prSet>
      <dgm:spPr/>
    </dgm:pt>
    <dgm:pt modelId="{96F0F19D-0A9F-4153-B517-BED93F99172F}" type="pres">
      <dgm:prSet presAssocID="{432247C2-FCEE-4645-8EE5-B28397327E83}" presName="spacing" presStyleCnt="0"/>
      <dgm:spPr/>
    </dgm:pt>
    <dgm:pt modelId="{A8ED881D-C8F7-4DF2-90D6-6CA6EB508E2C}" type="pres">
      <dgm:prSet presAssocID="{90116DFB-B392-4736-9612-D0E6E216A40A}" presName="composite" presStyleCnt="0"/>
      <dgm:spPr/>
    </dgm:pt>
    <dgm:pt modelId="{27DDD0EF-3B0B-4CBF-9D09-CD7CE827185F}" type="pres">
      <dgm:prSet presAssocID="{90116DFB-B392-4736-9612-D0E6E216A40A}" presName="imgShp" presStyleLbl="fgImgPlace1" presStyleIdx="1" presStyleCnt="4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/>
          </a:stretch>
        </a:blipFill>
      </dgm:spPr>
    </dgm:pt>
    <dgm:pt modelId="{E1390E06-644D-425A-89FC-660B25149B76}" type="pres">
      <dgm:prSet presAssocID="{90116DFB-B392-4736-9612-D0E6E216A40A}" presName="txShp" presStyleLbl="node1" presStyleIdx="1" presStyleCnt="4">
        <dgm:presLayoutVars>
          <dgm:bulletEnabled val="1"/>
        </dgm:presLayoutVars>
      </dgm:prSet>
      <dgm:spPr/>
    </dgm:pt>
    <dgm:pt modelId="{19AE678D-CCB2-4A0A-890B-58336DEE846A}" type="pres">
      <dgm:prSet presAssocID="{98BAACBC-4458-462A-9636-4870A8445CAF}" presName="spacing" presStyleCnt="0"/>
      <dgm:spPr/>
    </dgm:pt>
    <dgm:pt modelId="{0445C2B3-3126-4EC2-BDDB-8A343198A19E}" type="pres">
      <dgm:prSet presAssocID="{351494AD-99AA-47E9-8F30-DB8BE2DE91B1}" presName="composite" presStyleCnt="0"/>
      <dgm:spPr/>
    </dgm:pt>
    <dgm:pt modelId="{21228475-1F43-4438-877D-9BF300367A4D}" type="pres">
      <dgm:prSet presAssocID="{351494AD-99AA-47E9-8F30-DB8BE2DE91B1}" presName="imgShp" presStyleLbl="fgImgPlace1" presStyleIdx="2" presStyleCnt="4"/>
      <dgm:spPr>
        <a:blipFill>
          <a:blip xmlns:r="http://schemas.openxmlformats.org/officeDocument/2006/relationships" r:embed="rId5"/>
          <a:srcRect/>
          <a:stretch>
            <a:fillRect/>
          </a:stretch>
        </a:blipFill>
      </dgm:spPr>
    </dgm:pt>
    <dgm:pt modelId="{BA890EAC-33DE-4DDD-AC48-33EBDD086F48}" type="pres">
      <dgm:prSet presAssocID="{351494AD-99AA-47E9-8F30-DB8BE2DE91B1}" presName="txShp" presStyleLbl="node1" presStyleIdx="2" presStyleCnt="4">
        <dgm:presLayoutVars>
          <dgm:bulletEnabled val="1"/>
        </dgm:presLayoutVars>
      </dgm:prSet>
      <dgm:spPr/>
    </dgm:pt>
    <dgm:pt modelId="{80B833EB-5AA4-44F0-9573-C6CA48B17D06}" type="pres">
      <dgm:prSet presAssocID="{DFF9CE18-9C3C-46EF-AC2E-6BA4A7868597}" presName="spacing" presStyleCnt="0"/>
      <dgm:spPr/>
    </dgm:pt>
    <dgm:pt modelId="{55D4C584-4FBA-4D67-9B7C-72D1F589D91B}" type="pres">
      <dgm:prSet presAssocID="{D49F24C3-EF2E-4F27-B501-7F93CF6214A8}" presName="composite" presStyleCnt="0"/>
      <dgm:spPr/>
    </dgm:pt>
    <dgm:pt modelId="{92C769E6-58AD-4A71-B94C-9FC5A1ED2CC7}" type="pres">
      <dgm:prSet presAssocID="{D49F24C3-EF2E-4F27-B501-7F93CF6214A8}" presName="imgShp" presStyleLbl="fgImgPlace1" presStyleIdx="3" presStyleCnt="4"/>
      <dgm:spPr>
        <a:blipFill dpi="0" rotWithShape="1"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>
            <a:fillRect/>
          </a:stretch>
        </a:blipFill>
      </dgm:spPr>
    </dgm:pt>
    <dgm:pt modelId="{A960DE7B-B111-4CA3-B6D2-CF013A1C23B4}" type="pres">
      <dgm:prSet presAssocID="{D49F24C3-EF2E-4F27-B501-7F93CF6214A8}" presName="txShp" presStyleLbl="node1" presStyleIdx="3" presStyleCnt="4">
        <dgm:presLayoutVars>
          <dgm:bulletEnabled val="1"/>
        </dgm:presLayoutVars>
      </dgm:prSet>
      <dgm:spPr/>
    </dgm:pt>
  </dgm:ptLst>
  <dgm:cxnLst>
    <dgm:cxn modelId="{B982B633-A1EF-45C2-8C30-D39528A57A9D}" type="presOf" srcId="{6985BB88-DB61-4756-BCD3-2865AE041462}" destId="{DD391FFB-764D-4902-A03B-ED662BF1FB94}" srcOrd="0" destOrd="0" presId="urn:microsoft.com/office/officeart/2005/8/layout/vList3"/>
    <dgm:cxn modelId="{00154C63-9672-442D-BBD6-B2497EC2710E}" srcId="{6985BB88-DB61-4756-BCD3-2865AE041462}" destId="{351494AD-99AA-47E9-8F30-DB8BE2DE91B1}" srcOrd="2" destOrd="0" parTransId="{5128F6DF-3EFD-45A9-9DA3-91478C186C1B}" sibTransId="{DFF9CE18-9C3C-46EF-AC2E-6BA4A7868597}"/>
    <dgm:cxn modelId="{D8606179-986E-48A5-BBB1-795C671D7321}" type="presOf" srcId="{9B717307-135B-4BF2-BB1D-25BD32CF8271}" destId="{6A20B67F-43F2-4F8F-A844-8E6F1106EEAD}" srcOrd="0" destOrd="0" presId="urn:microsoft.com/office/officeart/2005/8/layout/vList3"/>
    <dgm:cxn modelId="{6B025F9D-9A47-4BB1-804A-E72EF85815E8}" srcId="{6985BB88-DB61-4756-BCD3-2865AE041462}" destId="{90116DFB-B392-4736-9612-D0E6E216A40A}" srcOrd="1" destOrd="0" parTransId="{C38FEC6C-4922-48A3-B655-6743ADA94024}" sibTransId="{98BAACBC-4458-462A-9636-4870A8445CAF}"/>
    <dgm:cxn modelId="{9C3718A1-66DB-414D-ABCF-26D2283342B2}" srcId="{6985BB88-DB61-4756-BCD3-2865AE041462}" destId="{D49F24C3-EF2E-4F27-B501-7F93CF6214A8}" srcOrd="3" destOrd="0" parTransId="{B24728AD-7B21-463E-B078-D816DB1DB788}" sibTransId="{F33669EE-71A2-4EBF-A931-822EBFC668D0}"/>
    <dgm:cxn modelId="{748DE4A9-7BB1-4ED3-B74A-0084BFE29CC4}" type="presOf" srcId="{D49F24C3-EF2E-4F27-B501-7F93CF6214A8}" destId="{A960DE7B-B111-4CA3-B6D2-CF013A1C23B4}" srcOrd="0" destOrd="0" presId="urn:microsoft.com/office/officeart/2005/8/layout/vList3"/>
    <dgm:cxn modelId="{9BB58AC7-921F-4EF7-B1B9-DAD3DC7B698A}" type="presOf" srcId="{351494AD-99AA-47E9-8F30-DB8BE2DE91B1}" destId="{BA890EAC-33DE-4DDD-AC48-33EBDD086F48}" srcOrd="0" destOrd="0" presId="urn:microsoft.com/office/officeart/2005/8/layout/vList3"/>
    <dgm:cxn modelId="{A6E985DC-4BF5-4C41-BECB-52C27EE8DFB5}" srcId="{6985BB88-DB61-4756-BCD3-2865AE041462}" destId="{9B717307-135B-4BF2-BB1D-25BD32CF8271}" srcOrd="0" destOrd="0" parTransId="{F7E175C7-833D-4773-BC14-0912CA62C5ED}" sibTransId="{432247C2-FCEE-4645-8EE5-B28397327E83}"/>
    <dgm:cxn modelId="{22189CDE-EA0C-43FA-83C7-5A7DC126FF75}" type="presOf" srcId="{90116DFB-B392-4736-9612-D0E6E216A40A}" destId="{E1390E06-644D-425A-89FC-660B25149B76}" srcOrd="0" destOrd="0" presId="urn:microsoft.com/office/officeart/2005/8/layout/vList3"/>
    <dgm:cxn modelId="{92A2012C-6027-4CD9-881F-FFA6A2CCC840}" type="presParOf" srcId="{DD391FFB-764D-4902-A03B-ED662BF1FB94}" destId="{442305F6-C319-482D-A81B-62B07300C950}" srcOrd="0" destOrd="0" presId="urn:microsoft.com/office/officeart/2005/8/layout/vList3"/>
    <dgm:cxn modelId="{BB5206B1-D357-41A6-969B-8AD82342BE6E}" type="presParOf" srcId="{442305F6-C319-482D-A81B-62B07300C950}" destId="{5F61ED2B-3919-43BD-92AF-60CF302A0814}" srcOrd="0" destOrd="0" presId="urn:microsoft.com/office/officeart/2005/8/layout/vList3"/>
    <dgm:cxn modelId="{DCA3BFA7-A844-490D-9B86-F08C2B25BC56}" type="presParOf" srcId="{442305F6-C319-482D-A81B-62B07300C950}" destId="{6A20B67F-43F2-4F8F-A844-8E6F1106EEAD}" srcOrd="1" destOrd="0" presId="urn:microsoft.com/office/officeart/2005/8/layout/vList3"/>
    <dgm:cxn modelId="{74E9A2FD-AD14-4317-BBBD-553DD133DA84}" type="presParOf" srcId="{DD391FFB-764D-4902-A03B-ED662BF1FB94}" destId="{96F0F19D-0A9F-4153-B517-BED93F99172F}" srcOrd="1" destOrd="0" presId="urn:microsoft.com/office/officeart/2005/8/layout/vList3"/>
    <dgm:cxn modelId="{52D9FE61-8A4E-46FA-8D8D-28ADC2C6EB3E}" type="presParOf" srcId="{DD391FFB-764D-4902-A03B-ED662BF1FB94}" destId="{A8ED881D-C8F7-4DF2-90D6-6CA6EB508E2C}" srcOrd="2" destOrd="0" presId="urn:microsoft.com/office/officeart/2005/8/layout/vList3"/>
    <dgm:cxn modelId="{6F7F9A9A-FC15-4AC3-970B-89BA3ECFDF80}" type="presParOf" srcId="{A8ED881D-C8F7-4DF2-90D6-6CA6EB508E2C}" destId="{27DDD0EF-3B0B-4CBF-9D09-CD7CE827185F}" srcOrd="0" destOrd="0" presId="urn:microsoft.com/office/officeart/2005/8/layout/vList3"/>
    <dgm:cxn modelId="{9F928458-9C41-498A-87AE-B408419E17E4}" type="presParOf" srcId="{A8ED881D-C8F7-4DF2-90D6-6CA6EB508E2C}" destId="{E1390E06-644D-425A-89FC-660B25149B76}" srcOrd="1" destOrd="0" presId="urn:microsoft.com/office/officeart/2005/8/layout/vList3"/>
    <dgm:cxn modelId="{08243B93-3350-42AD-B16B-08679710C32F}" type="presParOf" srcId="{DD391FFB-764D-4902-A03B-ED662BF1FB94}" destId="{19AE678D-CCB2-4A0A-890B-58336DEE846A}" srcOrd="3" destOrd="0" presId="urn:microsoft.com/office/officeart/2005/8/layout/vList3"/>
    <dgm:cxn modelId="{21D58468-4E6D-4FCD-B760-31CA10C80209}" type="presParOf" srcId="{DD391FFB-764D-4902-A03B-ED662BF1FB94}" destId="{0445C2B3-3126-4EC2-BDDB-8A343198A19E}" srcOrd="4" destOrd="0" presId="urn:microsoft.com/office/officeart/2005/8/layout/vList3"/>
    <dgm:cxn modelId="{5D1908E5-8F70-4454-8394-6FE127594B6E}" type="presParOf" srcId="{0445C2B3-3126-4EC2-BDDB-8A343198A19E}" destId="{21228475-1F43-4438-877D-9BF300367A4D}" srcOrd="0" destOrd="0" presId="urn:microsoft.com/office/officeart/2005/8/layout/vList3"/>
    <dgm:cxn modelId="{A83F3951-5EC0-4859-A86E-32CBEC04924C}" type="presParOf" srcId="{0445C2B3-3126-4EC2-BDDB-8A343198A19E}" destId="{BA890EAC-33DE-4DDD-AC48-33EBDD086F48}" srcOrd="1" destOrd="0" presId="urn:microsoft.com/office/officeart/2005/8/layout/vList3"/>
    <dgm:cxn modelId="{9B666455-2CAD-41CA-BBB6-E26763311A21}" type="presParOf" srcId="{DD391FFB-764D-4902-A03B-ED662BF1FB94}" destId="{80B833EB-5AA4-44F0-9573-C6CA48B17D06}" srcOrd="5" destOrd="0" presId="urn:microsoft.com/office/officeart/2005/8/layout/vList3"/>
    <dgm:cxn modelId="{8B413D67-8EAF-42AD-8336-996D84AB4AC1}" type="presParOf" srcId="{DD391FFB-764D-4902-A03B-ED662BF1FB94}" destId="{55D4C584-4FBA-4D67-9B7C-72D1F589D91B}" srcOrd="6" destOrd="0" presId="urn:microsoft.com/office/officeart/2005/8/layout/vList3"/>
    <dgm:cxn modelId="{D890A926-3B6E-46E2-A54E-209327DB3DF8}" type="presParOf" srcId="{55D4C584-4FBA-4D67-9B7C-72D1F589D91B}" destId="{92C769E6-58AD-4A71-B94C-9FC5A1ED2CC7}" srcOrd="0" destOrd="0" presId="urn:microsoft.com/office/officeart/2005/8/layout/vList3"/>
    <dgm:cxn modelId="{301A2BB1-DA7F-4F65-9750-6920179ACD2F}" type="presParOf" srcId="{55D4C584-4FBA-4D67-9B7C-72D1F589D91B}" destId="{A960DE7B-B111-4CA3-B6D2-CF013A1C23B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F0F510-B89B-42CC-988B-B82960C0BEFC}" type="doc">
      <dgm:prSet loTypeId="urn:microsoft.com/office/officeart/2024/layout/IconCircleLabel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3C976A2-59BE-4591-84EF-4E92401A4163}">
      <dgm:prSet phldrT="[Text]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 b="1" dirty="0">
              <a:solidFill>
                <a:srgbClr val="0B1F3A"/>
              </a:solidFill>
            </a:rPr>
            <a:t>Frontend — </a:t>
          </a:r>
          <a:r>
            <a:rPr lang="en-US" b="1" dirty="0" err="1">
              <a:solidFill>
                <a:srgbClr val="0B1F3A"/>
              </a:solidFill>
            </a:rPr>
            <a:t>Streamlit</a:t>
          </a:r>
          <a:endParaRPr lang="en-US" dirty="0"/>
        </a:p>
        <a:p>
          <a:pPr>
            <a:lnSpc>
              <a:spcPct val="100000"/>
            </a:lnSpc>
            <a:defRPr/>
          </a:pPr>
          <a:r>
            <a:rPr lang="en-US" dirty="0">
              <a:solidFill>
                <a:srgbClr val="1F2937"/>
              </a:solidFill>
            </a:rPr>
            <a:t>Fast dashboard and chat UI simple deployment, visible file inventory and analytics.</a:t>
          </a:r>
          <a:endParaRPr lang="en-IN" dirty="0"/>
        </a:p>
      </dgm:t>
    </dgm:pt>
    <dgm:pt modelId="{BD0AAD7F-27EF-4CAF-A3B8-B245B2E5DC3C}" type="parTrans" cxnId="{C7CDCB7B-510B-4E6E-BF4B-939C9C487C17}">
      <dgm:prSet/>
      <dgm:spPr/>
      <dgm:t>
        <a:bodyPr/>
        <a:lstStyle/>
        <a:p>
          <a:endParaRPr lang="en-IN"/>
        </a:p>
      </dgm:t>
    </dgm:pt>
    <dgm:pt modelId="{15C309EC-C577-47CD-9C2F-2DD757DBB5A1}" type="sibTrans" cxnId="{C7CDCB7B-510B-4E6E-BF4B-939C9C487C17}">
      <dgm:prSet/>
      <dgm:spPr/>
      <dgm:t>
        <a:bodyPr/>
        <a:lstStyle/>
        <a:p>
          <a:endParaRPr lang="en-IN"/>
        </a:p>
      </dgm:t>
    </dgm:pt>
    <dgm:pt modelId="{A65509B8-1F17-46E2-9CC2-4491DFCE7372}">
      <dgm:prSet phldrT="[Text]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 b="1" dirty="0">
              <a:solidFill>
                <a:srgbClr val="0B1F3A"/>
              </a:solidFill>
            </a:rPr>
            <a:t>Backend API — </a:t>
          </a:r>
          <a:r>
            <a:rPr lang="en-US" b="1" dirty="0" err="1">
              <a:solidFill>
                <a:srgbClr val="0B1F3A"/>
              </a:solidFill>
            </a:rPr>
            <a:t>FastAPI</a:t>
          </a:r>
          <a:endParaRPr lang="en-US" dirty="0"/>
        </a:p>
        <a:p>
          <a:pPr>
            <a:lnSpc>
              <a:spcPct val="100000"/>
            </a:lnSpc>
            <a:defRPr/>
          </a:pPr>
          <a:r>
            <a:rPr lang="en-US" dirty="0">
              <a:solidFill>
                <a:srgbClr val="1F2937"/>
              </a:solidFill>
            </a:rPr>
            <a:t>Clean REST endpoints: /upload, /ask, /files, /delete. Async-friendly and production-ready with Docker.</a:t>
          </a:r>
          <a:endParaRPr lang="en-IN" dirty="0"/>
        </a:p>
      </dgm:t>
    </dgm:pt>
    <dgm:pt modelId="{9E7FD25E-AC91-4BEF-BBC4-3B386EE11C0E}" type="parTrans" cxnId="{C45D3C65-1F30-4278-8566-F041B428B0D3}">
      <dgm:prSet/>
      <dgm:spPr/>
      <dgm:t>
        <a:bodyPr/>
        <a:lstStyle/>
        <a:p>
          <a:endParaRPr lang="en-IN"/>
        </a:p>
      </dgm:t>
    </dgm:pt>
    <dgm:pt modelId="{6D7DDCC7-1CE2-4A13-8CA6-C3B7F3C1BC11}" type="sibTrans" cxnId="{C45D3C65-1F30-4278-8566-F041B428B0D3}">
      <dgm:prSet/>
      <dgm:spPr/>
      <dgm:t>
        <a:bodyPr/>
        <a:lstStyle/>
        <a:p>
          <a:endParaRPr lang="en-IN"/>
        </a:p>
      </dgm:t>
    </dgm:pt>
    <dgm:pt modelId="{A4AB43F9-7E36-456E-93FA-B203E5DC73F3}">
      <dgm:prSet phldrT="[Text]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 b="1" dirty="0">
              <a:solidFill>
                <a:srgbClr val="0B1F3A"/>
              </a:solidFill>
            </a:rPr>
            <a:t>Orchestration — Agentic Graph Controller</a:t>
          </a:r>
          <a:endParaRPr lang="en-US" dirty="0"/>
        </a:p>
        <a:p>
          <a:pPr>
            <a:lnSpc>
              <a:spcPct val="100000"/>
            </a:lnSpc>
            <a:defRPr/>
          </a:pPr>
          <a:r>
            <a:rPr lang="en-US" dirty="0">
              <a:solidFill>
                <a:srgbClr val="1F2937"/>
              </a:solidFill>
            </a:rPr>
            <a:t>Explicit planner → router → tool path → reasoning → evaluation sequence. Easier to debug than monolithic prompts.</a:t>
          </a:r>
          <a:endParaRPr lang="en-IN" dirty="0"/>
        </a:p>
      </dgm:t>
    </dgm:pt>
    <dgm:pt modelId="{74492018-74C2-4C21-BD3A-BF3BDB9F15AE}" type="parTrans" cxnId="{02F8AFEB-F7E9-444E-8FB7-350BB9C186EA}">
      <dgm:prSet/>
      <dgm:spPr/>
      <dgm:t>
        <a:bodyPr/>
        <a:lstStyle/>
        <a:p>
          <a:endParaRPr lang="en-IN"/>
        </a:p>
      </dgm:t>
    </dgm:pt>
    <dgm:pt modelId="{056F1EB4-42FE-4359-8E11-FF6715118BD1}" type="sibTrans" cxnId="{02F8AFEB-F7E9-444E-8FB7-350BB9C186EA}">
      <dgm:prSet/>
      <dgm:spPr/>
      <dgm:t>
        <a:bodyPr/>
        <a:lstStyle/>
        <a:p>
          <a:endParaRPr lang="en-IN"/>
        </a:p>
      </dgm:t>
    </dgm:pt>
    <dgm:pt modelId="{F271A038-1512-485B-BE7C-93FB46716E3C}">
      <dgm:prSet phldrT="[Text]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 b="1" dirty="0">
              <a:solidFill>
                <a:srgbClr val="0B1F3A"/>
              </a:solidFill>
            </a:rPr>
            <a:t>Embeddings — all-MiniLM-L6-v2</a:t>
          </a:r>
          <a:endParaRPr lang="en-US" dirty="0"/>
        </a:p>
        <a:p>
          <a:pPr>
            <a:lnSpc>
              <a:spcPct val="100000"/>
            </a:lnSpc>
            <a:defRPr/>
          </a:pPr>
          <a:r>
            <a:rPr lang="en-US" dirty="0">
              <a:solidFill>
                <a:srgbClr val="1F2937"/>
              </a:solidFill>
            </a:rPr>
            <a:t>384-dim semantic embeddings; lightweight, fast, local, cost-effective for document retrieval.</a:t>
          </a:r>
          <a:endParaRPr lang="en-IN" dirty="0"/>
        </a:p>
      </dgm:t>
    </dgm:pt>
    <dgm:pt modelId="{3D5DC798-CCF4-49DE-A04A-F63ED115C743}" type="parTrans" cxnId="{5F35ECE5-BC79-4BFA-93B7-AB45668630C3}">
      <dgm:prSet/>
      <dgm:spPr/>
      <dgm:t>
        <a:bodyPr/>
        <a:lstStyle/>
        <a:p>
          <a:endParaRPr lang="en-IN"/>
        </a:p>
      </dgm:t>
    </dgm:pt>
    <dgm:pt modelId="{C5FA30B3-1BFF-442C-978C-7BD532DF81E7}" type="sibTrans" cxnId="{5F35ECE5-BC79-4BFA-93B7-AB45668630C3}">
      <dgm:prSet/>
      <dgm:spPr/>
      <dgm:t>
        <a:bodyPr/>
        <a:lstStyle/>
        <a:p>
          <a:endParaRPr lang="en-IN"/>
        </a:p>
      </dgm:t>
    </dgm:pt>
    <dgm:pt modelId="{26D47877-284A-4B1D-A8AC-B155D605110E}">
      <dgm:prSet phldrT="[Text]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 b="1" dirty="0">
              <a:solidFill>
                <a:srgbClr val="0B1F3A"/>
              </a:solidFill>
            </a:rPr>
            <a:t>Vector DB — FAISS IndexFlatL2</a:t>
          </a:r>
          <a:endParaRPr lang="en-US" dirty="0"/>
        </a:p>
        <a:p>
          <a:pPr>
            <a:lnSpc>
              <a:spcPct val="100000"/>
            </a:lnSpc>
            <a:defRPr/>
          </a:pPr>
          <a:r>
            <a:rPr lang="en-US" dirty="0">
              <a:solidFill>
                <a:srgbClr val="1F2937"/>
              </a:solidFill>
            </a:rPr>
            <a:t>Low-latency local similarity search; simple persistence; ideal for prototype-to-production migration.</a:t>
          </a:r>
          <a:endParaRPr lang="en-IN" dirty="0"/>
        </a:p>
      </dgm:t>
    </dgm:pt>
    <dgm:pt modelId="{A52CF4A3-E665-49A2-80AC-3FE96DEBF1D1}" type="parTrans" cxnId="{D1C6E809-D96B-4638-AF8D-E0A9F2F1E30F}">
      <dgm:prSet/>
      <dgm:spPr/>
      <dgm:t>
        <a:bodyPr/>
        <a:lstStyle/>
        <a:p>
          <a:endParaRPr lang="en-IN"/>
        </a:p>
      </dgm:t>
    </dgm:pt>
    <dgm:pt modelId="{B51E9582-881A-4988-920A-C69546969461}" type="sibTrans" cxnId="{D1C6E809-D96B-4638-AF8D-E0A9F2F1E30F}">
      <dgm:prSet/>
      <dgm:spPr/>
      <dgm:t>
        <a:bodyPr/>
        <a:lstStyle/>
        <a:p>
          <a:endParaRPr lang="en-IN"/>
        </a:p>
      </dgm:t>
    </dgm:pt>
    <dgm:pt modelId="{E2702874-C77C-480E-85DC-6C0D90313370}">
      <dgm:prSet phldrT="[Text]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 b="1" dirty="0">
              <a:solidFill>
                <a:srgbClr val="0B1F3A"/>
              </a:solidFill>
            </a:rPr>
            <a:t>Observability — mediassist.log + Dashboard</a:t>
          </a:r>
          <a:endParaRPr lang="en-US" dirty="0"/>
        </a:p>
        <a:p>
          <a:pPr>
            <a:lnSpc>
              <a:spcPct val="100000"/>
            </a:lnSpc>
            <a:defRPr/>
          </a:pPr>
          <a:r>
            <a:rPr lang="en-US" dirty="0">
              <a:solidFill>
                <a:srgbClr val="1F2937"/>
              </a:solidFill>
            </a:rPr>
            <a:t>Tracks route decisions, token usage, evaluation counts and average scores.</a:t>
          </a:r>
          <a:endParaRPr lang="en-IN" dirty="0"/>
        </a:p>
      </dgm:t>
    </dgm:pt>
    <dgm:pt modelId="{7927D0E7-F6F9-4B93-9D3A-940DFD9DF7B3}" type="parTrans" cxnId="{32D978BA-6EF5-49BA-BF07-8107675CEEFF}">
      <dgm:prSet/>
      <dgm:spPr/>
      <dgm:t>
        <a:bodyPr/>
        <a:lstStyle/>
        <a:p>
          <a:endParaRPr lang="en-IN"/>
        </a:p>
      </dgm:t>
    </dgm:pt>
    <dgm:pt modelId="{D1078883-F092-4CD0-890C-FE4CDC740CD6}" type="sibTrans" cxnId="{32D978BA-6EF5-49BA-BF07-8107675CEEFF}">
      <dgm:prSet/>
      <dgm:spPr/>
      <dgm:t>
        <a:bodyPr/>
        <a:lstStyle/>
        <a:p>
          <a:endParaRPr lang="en-IN"/>
        </a:p>
      </dgm:t>
    </dgm:pt>
    <dgm:pt modelId="{E5D1390B-55B1-40D5-9521-D678A49BA592}">
      <dgm:prSet phldrT="[Text]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 b="1" dirty="0">
              <a:solidFill>
                <a:srgbClr val="0B1F3A"/>
              </a:solidFill>
            </a:rPr>
            <a:t>Reasoning LLM — GPT-OSS-120B via </a:t>
          </a:r>
          <a:r>
            <a:rPr lang="en-US" b="1" dirty="0" err="1">
              <a:solidFill>
                <a:srgbClr val="0B1F3A"/>
              </a:solidFill>
            </a:rPr>
            <a:t>Groq</a:t>
          </a:r>
          <a:endParaRPr lang="en-US" dirty="0"/>
        </a:p>
        <a:p>
          <a:pPr>
            <a:lnSpc>
              <a:spcPct val="100000"/>
            </a:lnSpc>
            <a:defRPr/>
          </a:pPr>
          <a:r>
            <a:rPr lang="en-US" dirty="0">
              <a:solidFill>
                <a:srgbClr val="1F2937"/>
              </a:solidFill>
            </a:rPr>
            <a:t>Strong reasoning at high speed; centralized prompt guardrails and source-grounded answer generation.</a:t>
          </a:r>
          <a:endParaRPr lang="en-IN" dirty="0"/>
        </a:p>
      </dgm:t>
    </dgm:pt>
    <dgm:pt modelId="{DB25546C-CF0E-4700-A80D-AF5946BD4DC7}" type="parTrans" cxnId="{5791C203-6EED-4B69-A653-CC95CF77E984}">
      <dgm:prSet/>
      <dgm:spPr/>
      <dgm:t>
        <a:bodyPr/>
        <a:lstStyle/>
        <a:p>
          <a:endParaRPr lang="en-IN"/>
        </a:p>
      </dgm:t>
    </dgm:pt>
    <dgm:pt modelId="{595544E7-C2DC-4462-B927-0237B476D79F}" type="sibTrans" cxnId="{5791C203-6EED-4B69-A653-CC95CF77E984}">
      <dgm:prSet/>
      <dgm:spPr/>
      <dgm:t>
        <a:bodyPr/>
        <a:lstStyle/>
        <a:p>
          <a:endParaRPr lang="en-IN"/>
        </a:p>
      </dgm:t>
    </dgm:pt>
    <dgm:pt modelId="{6B96CC21-7B5B-4163-936E-BF5A3F45CEBA}">
      <dgm:prSet phldrT="[Text]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 b="1" dirty="0">
              <a:solidFill>
                <a:srgbClr val="0B1F3A"/>
              </a:solidFill>
            </a:rPr>
            <a:t>Multimodal — </a:t>
          </a:r>
          <a:r>
            <a:rPr lang="en-US" b="1" dirty="0" err="1">
              <a:solidFill>
                <a:srgbClr val="0B1F3A"/>
              </a:solidFill>
            </a:rPr>
            <a:t>EasyOCR</a:t>
          </a:r>
          <a:r>
            <a:rPr lang="en-US" b="1" dirty="0">
              <a:solidFill>
                <a:srgbClr val="0B1F3A"/>
              </a:solidFill>
            </a:rPr>
            <a:t> + Llama 4 Scout Vision</a:t>
          </a:r>
          <a:endParaRPr lang="en-US" dirty="0"/>
        </a:p>
        <a:p>
          <a:pPr>
            <a:lnSpc>
              <a:spcPct val="100000"/>
            </a:lnSpc>
            <a:defRPr/>
          </a:pPr>
          <a:r>
            <a:rPr lang="en-US" dirty="0">
              <a:solidFill>
                <a:srgbClr val="1F2937"/>
              </a:solidFill>
            </a:rPr>
            <a:t>OCR extracts visible text; vision model captures non-text visual information from medical images.</a:t>
          </a:r>
          <a:endParaRPr lang="en-IN" dirty="0"/>
        </a:p>
      </dgm:t>
    </dgm:pt>
    <dgm:pt modelId="{4377CDDE-FE7C-45D5-9349-523B521A96E1}" type="parTrans" cxnId="{A0304560-92C6-40DC-92FC-3B030CFB8318}">
      <dgm:prSet/>
      <dgm:spPr/>
      <dgm:t>
        <a:bodyPr/>
        <a:lstStyle/>
        <a:p>
          <a:endParaRPr lang="en-IN"/>
        </a:p>
      </dgm:t>
    </dgm:pt>
    <dgm:pt modelId="{9D729ABF-702F-4044-A1D7-34052656CB6B}" type="sibTrans" cxnId="{A0304560-92C6-40DC-92FC-3B030CFB8318}">
      <dgm:prSet/>
      <dgm:spPr/>
      <dgm:t>
        <a:bodyPr/>
        <a:lstStyle/>
        <a:p>
          <a:endParaRPr lang="en-IN"/>
        </a:p>
      </dgm:t>
    </dgm:pt>
    <dgm:pt modelId="{E4CA9F8C-F1DA-4B5D-9655-C6367A37417E}" type="pres">
      <dgm:prSet presAssocID="{47F0F510-B89B-42CC-988B-B82960C0BEFC}" presName="root" presStyleCnt="0">
        <dgm:presLayoutVars>
          <dgm:dir/>
          <dgm:resizeHandles val="exact"/>
        </dgm:presLayoutVars>
      </dgm:prSet>
      <dgm:spPr/>
    </dgm:pt>
    <dgm:pt modelId="{BFFC7606-BD0D-47E3-A60E-79EB6006960B}" type="pres">
      <dgm:prSet presAssocID="{23C976A2-59BE-4591-84EF-4E92401A4163}" presName="compNode" presStyleCnt="0"/>
      <dgm:spPr/>
    </dgm:pt>
    <dgm:pt modelId="{1A95E686-052E-4C52-B4EC-EB2E37ACE9CC}" type="pres">
      <dgm:prSet presAssocID="{23C976A2-59BE-4591-84EF-4E92401A4163}" presName="iconBgRect" presStyleLbl="node1" presStyleIdx="0" presStyleCnt="8"/>
      <dgm:spPr/>
    </dgm:pt>
    <dgm:pt modelId="{1464CDDA-5F02-4E2B-B4B0-EBA6351D6090}" type="pres">
      <dgm:prSet presAssocID="{23C976A2-59BE-4591-84EF-4E92401A4163}" presName="iconRect" presStyleLbl="solidFgAcc1" presStyleIdx="0" presStyleCnt="8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6C137441-2B50-486C-B4AF-C12027F4D65F}" type="pres">
      <dgm:prSet presAssocID="{23C976A2-59BE-4591-84EF-4E92401A4163}" presName="spaceRect" presStyleCnt="0"/>
      <dgm:spPr/>
    </dgm:pt>
    <dgm:pt modelId="{8EFC12FB-FDA3-4D73-A82A-A4F0AE2E3422}" type="pres">
      <dgm:prSet presAssocID="{23C976A2-59BE-4591-84EF-4E92401A4163}" presName="textRect" presStyleLbl="revTx" presStyleIdx="0" presStyleCnt="8">
        <dgm:presLayoutVars>
          <dgm:chMax val="1"/>
          <dgm:chPref val="1"/>
        </dgm:presLayoutVars>
      </dgm:prSet>
      <dgm:spPr/>
    </dgm:pt>
    <dgm:pt modelId="{E50907AF-09F9-4357-BA18-8212E8584BD6}" type="pres">
      <dgm:prSet presAssocID="{15C309EC-C577-47CD-9C2F-2DD757DBB5A1}" presName="sibTrans" presStyleCnt="0"/>
      <dgm:spPr/>
    </dgm:pt>
    <dgm:pt modelId="{E7151264-5688-4541-A244-7BD0F238CF1A}" type="pres">
      <dgm:prSet presAssocID="{A65509B8-1F17-46E2-9CC2-4491DFCE7372}" presName="compNode" presStyleCnt="0"/>
      <dgm:spPr/>
    </dgm:pt>
    <dgm:pt modelId="{0D3CDFD7-5EFA-48DF-B38A-CDE4ACC6ECE5}" type="pres">
      <dgm:prSet presAssocID="{A65509B8-1F17-46E2-9CC2-4491DFCE7372}" presName="iconBgRect" presStyleLbl="node1" presStyleIdx="1" presStyleCnt="8"/>
      <dgm:spPr/>
    </dgm:pt>
    <dgm:pt modelId="{8DDAF0DE-9CC9-4314-A292-5AD7AEE9F8FC}" type="pres">
      <dgm:prSet presAssocID="{A65509B8-1F17-46E2-9CC2-4491DFCE7372}" presName="iconRect" presStyleLbl="solidFgAcc1" presStyleIdx="1" presStyleCnt="8"/>
      <dgm:spPr>
        <a:blipFill dpi="0"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ning bolt with solid fill"/>
        </a:ext>
      </dgm:extLst>
    </dgm:pt>
    <dgm:pt modelId="{24E03544-F8E1-4647-A7EC-BC018C0BE037}" type="pres">
      <dgm:prSet presAssocID="{A65509B8-1F17-46E2-9CC2-4491DFCE7372}" presName="spaceRect" presStyleCnt="0"/>
      <dgm:spPr/>
    </dgm:pt>
    <dgm:pt modelId="{CE35A5BF-04EE-4912-ADD3-1BBC4B3FB6C8}" type="pres">
      <dgm:prSet presAssocID="{A65509B8-1F17-46E2-9CC2-4491DFCE7372}" presName="textRect" presStyleLbl="revTx" presStyleIdx="1" presStyleCnt="8">
        <dgm:presLayoutVars>
          <dgm:chMax val="1"/>
          <dgm:chPref val="1"/>
        </dgm:presLayoutVars>
      </dgm:prSet>
      <dgm:spPr/>
    </dgm:pt>
    <dgm:pt modelId="{E12F8898-C2A2-439D-8672-FEB86A5090D9}" type="pres">
      <dgm:prSet presAssocID="{6D7DDCC7-1CE2-4A13-8CA6-C3B7F3C1BC11}" presName="sibTrans" presStyleCnt="0"/>
      <dgm:spPr/>
    </dgm:pt>
    <dgm:pt modelId="{58A0A3FB-3277-4689-9415-911DE1E9C218}" type="pres">
      <dgm:prSet presAssocID="{A4AB43F9-7E36-456E-93FA-B203E5DC73F3}" presName="compNode" presStyleCnt="0"/>
      <dgm:spPr/>
    </dgm:pt>
    <dgm:pt modelId="{784947D7-FB29-4434-82FA-114787722294}" type="pres">
      <dgm:prSet presAssocID="{A4AB43F9-7E36-456E-93FA-B203E5DC73F3}" presName="iconBgRect" presStyleLbl="node1" presStyleIdx="2" presStyleCnt="8"/>
      <dgm:spPr/>
    </dgm:pt>
    <dgm:pt modelId="{B71048D3-51CB-43E3-A7D8-D7B7745C3795}" type="pres">
      <dgm:prSet presAssocID="{A4AB43F9-7E36-456E-93FA-B203E5DC73F3}" presName="iconRect" presStyleLbl="solidFgAcc1" presStyleIdx="2" presStyleCnt="8"/>
      <dgm:spPr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/>
          </a:stretch>
        </a:blipFill>
      </dgm:spPr>
    </dgm:pt>
    <dgm:pt modelId="{07C73A1D-0A87-44C5-9AF3-6E1646BA225D}" type="pres">
      <dgm:prSet presAssocID="{A4AB43F9-7E36-456E-93FA-B203E5DC73F3}" presName="spaceRect" presStyleCnt="0"/>
      <dgm:spPr/>
    </dgm:pt>
    <dgm:pt modelId="{254C7463-61EA-4E9E-A65A-133924422C44}" type="pres">
      <dgm:prSet presAssocID="{A4AB43F9-7E36-456E-93FA-B203E5DC73F3}" presName="textRect" presStyleLbl="revTx" presStyleIdx="2" presStyleCnt="8">
        <dgm:presLayoutVars>
          <dgm:chMax val="1"/>
          <dgm:chPref val="1"/>
        </dgm:presLayoutVars>
      </dgm:prSet>
      <dgm:spPr/>
    </dgm:pt>
    <dgm:pt modelId="{20BF7576-936B-450B-B72E-4A98A16C4263}" type="pres">
      <dgm:prSet presAssocID="{056F1EB4-42FE-4359-8E11-FF6715118BD1}" presName="sibTrans" presStyleCnt="0"/>
      <dgm:spPr/>
    </dgm:pt>
    <dgm:pt modelId="{2924C0EC-A6F3-4F21-8811-85DA0EA54EEF}" type="pres">
      <dgm:prSet presAssocID="{F271A038-1512-485B-BE7C-93FB46716E3C}" presName="compNode" presStyleCnt="0"/>
      <dgm:spPr/>
    </dgm:pt>
    <dgm:pt modelId="{0E4A37E3-257F-4ECA-854E-4C6C2FC68100}" type="pres">
      <dgm:prSet presAssocID="{F271A038-1512-485B-BE7C-93FB46716E3C}" presName="iconBgRect" presStyleLbl="node1" presStyleIdx="3" presStyleCnt="8"/>
      <dgm:spPr/>
    </dgm:pt>
    <dgm:pt modelId="{2B8CC7BA-C8A8-46CB-B59E-70D26DF81945}" type="pres">
      <dgm:prSet presAssocID="{F271A038-1512-485B-BE7C-93FB46716E3C}" presName="iconRect" presStyleLbl="solidFgAcc1" presStyleIdx="3" presStyleCnt="8"/>
      <dgm:spPr>
        <a:blipFill>
          <a:blip xmlns:r="http://schemas.openxmlformats.org/officeDocument/2006/relationships" r:embed="rId6"/>
          <a:srcRect/>
          <a:stretch>
            <a:fillRect l="-22000" r="-22000"/>
          </a:stretch>
        </a:blipFill>
      </dgm:spPr>
    </dgm:pt>
    <dgm:pt modelId="{632A7D7E-1F41-4777-8E51-EE077559483F}" type="pres">
      <dgm:prSet presAssocID="{F271A038-1512-485B-BE7C-93FB46716E3C}" presName="spaceRect" presStyleCnt="0"/>
      <dgm:spPr/>
    </dgm:pt>
    <dgm:pt modelId="{A4069464-48B5-44CE-B9D7-837C6040C913}" type="pres">
      <dgm:prSet presAssocID="{F271A038-1512-485B-BE7C-93FB46716E3C}" presName="textRect" presStyleLbl="revTx" presStyleIdx="3" presStyleCnt="8">
        <dgm:presLayoutVars>
          <dgm:chMax val="1"/>
          <dgm:chPref val="1"/>
        </dgm:presLayoutVars>
      </dgm:prSet>
      <dgm:spPr/>
    </dgm:pt>
    <dgm:pt modelId="{7D1452D2-1748-4CBA-8EC1-B344EBF33139}" type="pres">
      <dgm:prSet presAssocID="{C5FA30B3-1BFF-442C-978C-7BD532DF81E7}" presName="sibTrans" presStyleCnt="0"/>
      <dgm:spPr/>
    </dgm:pt>
    <dgm:pt modelId="{A3A389B6-70C5-40D1-8572-ABB045C0E6CB}" type="pres">
      <dgm:prSet presAssocID="{26D47877-284A-4B1D-A8AC-B155D605110E}" presName="compNode" presStyleCnt="0"/>
      <dgm:spPr/>
    </dgm:pt>
    <dgm:pt modelId="{7CEF3737-8340-4B34-8A67-B71A48A3BCD8}" type="pres">
      <dgm:prSet presAssocID="{26D47877-284A-4B1D-A8AC-B155D605110E}" presName="iconBgRect" presStyleLbl="node1" presStyleIdx="4" presStyleCnt="8"/>
      <dgm:spPr/>
    </dgm:pt>
    <dgm:pt modelId="{61DFF8C2-AA22-46AF-A7B3-C0F1829BD486}" type="pres">
      <dgm:prSet presAssocID="{26D47877-284A-4B1D-A8AC-B155D605110E}" presName="iconRect" presStyleLbl="solidFgAcc1" presStyleIdx="4" presStyleCnt="8"/>
      <dgm:spPr>
        <a:blipFill>
          <a:blip xmlns:r="http://schemas.openxmlformats.org/officeDocument/2006/relationships" r:embed="rId7"/>
          <a:srcRect/>
          <a:stretch>
            <a:fillRect/>
          </a:stretch>
        </a:blipFill>
      </dgm:spPr>
    </dgm:pt>
    <dgm:pt modelId="{AB0C3797-C330-4DA9-BEF6-58F48078F2AE}" type="pres">
      <dgm:prSet presAssocID="{26D47877-284A-4B1D-A8AC-B155D605110E}" presName="spaceRect" presStyleCnt="0"/>
      <dgm:spPr/>
    </dgm:pt>
    <dgm:pt modelId="{7D846B8F-9562-4D50-80E2-8A69F1197896}" type="pres">
      <dgm:prSet presAssocID="{26D47877-284A-4B1D-A8AC-B155D605110E}" presName="textRect" presStyleLbl="revTx" presStyleIdx="4" presStyleCnt="8">
        <dgm:presLayoutVars>
          <dgm:chMax val="1"/>
          <dgm:chPref val="1"/>
        </dgm:presLayoutVars>
      </dgm:prSet>
      <dgm:spPr/>
    </dgm:pt>
    <dgm:pt modelId="{80291076-26DE-45FD-95BB-56AAC96561BF}" type="pres">
      <dgm:prSet presAssocID="{B51E9582-881A-4988-920A-C69546969461}" presName="sibTrans" presStyleCnt="0"/>
      <dgm:spPr/>
    </dgm:pt>
    <dgm:pt modelId="{BFF1D747-2746-4090-8905-EA1C098DFF94}" type="pres">
      <dgm:prSet presAssocID="{E5D1390B-55B1-40D5-9521-D678A49BA592}" presName="compNode" presStyleCnt="0"/>
      <dgm:spPr/>
    </dgm:pt>
    <dgm:pt modelId="{7789FA0D-EC4F-4E2D-AEC1-0F3AC1817E52}" type="pres">
      <dgm:prSet presAssocID="{E5D1390B-55B1-40D5-9521-D678A49BA592}" presName="iconBgRect" presStyleLbl="node1" presStyleIdx="5" presStyleCnt="8"/>
      <dgm:spPr/>
    </dgm:pt>
    <dgm:pt modelId="{BC80A62F-3903-4645-B7CB-A80372C6AF73}" type="pres">
      <dgm:prSet presAssocID="{E5D1390B-55B1-40D5-9521-D678A49BA592}" presName="iconRect" presStyleLbl="solidFgAcc1" presStyleIdx="5" presStyleCnt="8"/>
      <dgm:spPr>
        <a:blipFill>
          <a:blip xmlns:r="http://schemas.openxmlformats.org/officeDocument/2006/relationships" r:embed="rId8"/>
          <a:srcRect/>
          <a:stretch>
            <a:fillRect l="-30000" r="-30000"/>
          </a:stretch>
        </a:blipFill>
      </dgm:spPr>
    </dgm:pt>
    <dgm:pt modelId="{C9D1481C-5F10-46AB-9FE2-76A4DF206B0D}" type="pres">
      <dgm:prSet presAssocID="{E5D1390B-55B1-40D5-9521-D678A49BA592}" presName="spaceRect" presStyleCnt="0"/>
      <dgm:spPr/>
    </dgm:pt>
    <dgm:pt modelId="{A99AE50F-9D0C-4823-9923-FF17B9C5832B}" type="pres">
      <dgm:prSet presAssocID="{E5D1390B-55B1-40D5-9521-D678A49BA592}" presName="textRect" presStyleLbl="revTx" presStyleIdx="5" presStyleCnt="8">
        <dgm:presLayoutVars>
          <dgm:chMax val="1"/>
          <dgm:chPref val="1"/>
        </dgm:presLayoutVars>
      </dgm:prSet>
      <dgm:spPr/>
    </dgm:pt>
    <dgm:pt modelId="{0C33B3D6-436F-41BD-A391-425CC5858F4A}" type="pres">
      <dgm:prSet presAssocID="{595544E7-C2DC-4462-B927-0237B476D79F}" presName="sibTrans" presStyleCnt="0"/>
      <dgm:spPr/>
    </dgm:pt>
    <dgm:pt modelId="{93AD1743-6409-4902-97A5-191B3D757F4C}" type="pres">
      <dgm:prSet presAssocID="{6B96CC21-7B5B-4163-936E-BF5A3F45CEBA}" presName="compNode" presStyleCnt="0"/>
      <dgm:spPr/>
    </dgm:pt>
    <dgm:pt modelId="{97F246CC-F59E-4BB5-B0A5-0813CFF38B35}" type="pres">
      <dgm:prSet presAssocID="{6B96CC21-7B5B-4163-936E-BF5A3F45CEBA}" presName="iconBgRect" presStyleLbl="node1" presStyleIdx="6" presStyleCnt="8"/>
      <dgm:spPr/>
    </dgm:pt>
    <dgm:pt modelId="{BC11F3F5-BD99-483B-940E-24916F0C0BB1}" type="pres">
      <dgm:prSet presAssocID="{6B96CC21-7B5B-4163-936E-BF5A3F45CEBA}" presName="iconRect" presStyleLbl="solidFgAcc1" presStyleIdx="6" presStyleCnt="8"/>
      <dgm:spPr>
        <a:blipFill>
          <a:blip xmlns:r="http://schemas.openxmlformats.org/officeDocument/2006/relationships" r:embed="rId9"/>
          <a:srcRect/>
          <a:stretch>
            <a:fillRect l="-38000" r="-38000"/>
          </a:stretch>
        </a:blipFill>
      </dgm:spPr>
    </dgm:pt>
    <dgm:pt modelId="{42B19E6D-311B-4246-9C16-CCF379A2CA77}" type="pres">
      <dgm:prSet presAssocID="{6B96CC21-7B5B-4163-936E-BF5A3F45CEBA}" presName="spaceRect" presStyleCnt="0"/>
      <dgm:spPr/>
    </dgm:pt>
    <dgm:pt modelId="{7048A277-BE3F-4C04-ACCA-BBDD1EE6B8CC}" type="pres">
      <dgm:prSet presAssocID="{6B96CC21-7B5B-4163-936E-BF5A3F45CEBA}" presName="textRect" presStyleLbl="revTx" presStyleIdx="6" presStyleCnt="8">
        <dgm:presLayoutVars>
          <dgm:chMax val="1"/>
          <dgm:chPref val="1"/>
        </dgm:presLayoutVars>
      </dgm:prSet>
      <dgm:spPr/>
    </dgm:pt>
    <dgm:pt modelId="{FEBC42BA-DDA5-4BB1-AE3F-24ABCE8A36D8}" type="pres">
      <dgm:prSet presAssocID="{9D729ABF-702F-4044-A1D7-34052656CB6B}" presName="sibTrans" presStyleCnt="0"/>
      <dgm:spPr/>
    </dgm:pt>
    <dgm:pt modelId="{C13792D9-CD11-4B5C-BCFA-82F73D97C78F}" type="pres">
      <dgm:prSet presAssocID="{E2702874-C77C-480E-85DC-6C0D90313370}" presName="compNode" presStyleCnt="0"/>
      <dgm:spPr/>
    </dgm:pt>
    <dgm:pt modelId="{54F595BC-A2B7-42BD-A148-2A7A70E3F29A}" type="pres">
      <dgm:prSet presAssocID="{E2702874-C77C-480E-85DC-6C0D90313370}" presName="iconBgRect" presStyleLbl="node1" presStyleIdx="7" presStyleCnt="8"/>
      <dgm:spPr/>
    </dgm:pt>
    <dgm:pt modelId="{7080443D-4EA1-42B0-A19D-33CDDE02F708}" type="pres">
      <dgm:prSet presAssocID="{E2702874-C77C-480E-85DC-6C0D90313370}" presName="iconRect" presStyleLbl="solidFgAcc1" presStyleIdx="7" presStyleCnt="8"/>
      <dgm:spPr>
        <a:blipFill>
          <a:blip xmlns:r="http://schemas.openxmlformats.org/officeDocument/2006/relationships" r:embed="rId10"/>
          <a:srcRect/>
          <a:stretch>
            <a:fillRect/>
          </a:stretch>
        </a:blipFill>
      </dgm:spPr>
    </dgm:pt>
    <dgm:pt modelId="{D1F60275-DFCE-41C0-A889-B635CE85456E}" type="pres">
      <dgm:prSet presAssocID="{E2702874-C77C-480E-85DC-6C0D90313370}" presName="spaceRect" presStyleCnt="0"/>
      <dgm:spPr/>
    </dgm:pt>
    <dgm:pt modelId="{8DFF0111-2AFF-40A3-8308-B3E7406F9F61}" type="pres">
      <dgm:prSet presAssocID="{E2702874-C77C-480E-85DC-6C0D90313370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5791C203-6EED-4B69-A653-CC95CF77E984}" srcId="{47F0F510-B89B-42CC-988B-B82960C0BEFC}" destId="{E5D1390B-55B1-40D5-9521-D678A49BA592}" srcOrd="5" destOrd="0" parTransId="{DB25546C-CF0E-4700-A80D-AF5946BD4DC7}" sibTransId="{595544E7-C2DC-4462-B927-0237B476D79F}"/>
    <dgm:cxn modelId="{D1C6E809-D96B-4638-AF8D-E0A9F2F1E30F}" srcId="{47F0F510-B89B-42CC-988B-B82960C0BEFC}" destId="{26D47877-284A-4B1D-A8AC-B155D605110E}" srcOrd="4" destOrd="0" parTransId="{A52CF4A3-E665-49A2-80AC-3FE96DEBF1D1}" sibTransId="{B51E9582-881A-4988-920A-C69546969461}"/>
    <dgm:cxn modelId="{B4E20231-104D-4A58-9D5F-C3E6C1991F10}" type="presOf" srcId="{E5D1390B-55B1-40D5-9521-D678A49BA592}" destId="{A99AE50F-9D0C-4823-9923-FF17B9C5832B}" srcOrd="0" destOrd="0" presId="urn:microsoft.com/office/officeart/2024/layout/IconCircleLabelList"/>
    <dgm:cxn modelId="{36BC265F-B3CE-4DAE-BC46-F4BFE08D4468}" type="presOf" srcId="{26D47877-284A-4B1D-A8AC-B155D605110E}" destId="{7D846B8F-9562-4D50-80E2-8A69F1197896}" srcOrd="0" destOrd="0" presId="urn:microsoft.com/office/officeart/2024/layout/IconCircleLabelList"/>
    <dgm:cxn modelId="{A0304560-92C6-40DC-92FC-3B030CFB8318}" srcId="{47F0F510-B89B-42CC-988B-B82960C0BEFC}" destId="{6B96CC21-7B5B-4163-936E-BF5A3F45CEBA}" srcOrd="6" destOrd="0" parTransId="{4377CDDE-FE7C-45D5-9349-523B521A96E1}" sibTransId="{9D729ABF-702F-4044-A1D7-34052656CB6B}"/>
    <dgm:cxn modelId="{C45D3C65-1F30-4278-8566-F041B428B0D3}" srcId="{47F0F510-B89B-42CC-988B-B82960C0BEFC}" destId="{A65509B8-1F17-46E2-9CC2-4491DFCE7372}" srcOrd="1" destOrd="0" parTransId="{9E7FD25E-AC91-4BEF-BBC4-3B386EE11C0E}" sibTransId="{6D7DDCC7-1CE2-4A13-8CA6-C3B7F3C1BC11}"/>
    <dgm:cxn modelId="{CDFCA469-7B49-4718-927E-A56E3D1C68A7}" type="presOf" srcId="{47F0F510-B89B-42CC-988B-B82960C0BEFC}" destId="{E4CA9F8C-F1DA-4B5D-9655-C6367A37417E}" srcOrd="0" destOrd="0" presId="urn:microsoft.com/office/officeart/2024/layout/IconCircleLabelList"/>
    <dgm:cxn modelId="{DCDAD673-EDD5-4D38-B6ED-1812F5D8DDAB}" type="presOf" srcId="{A65509B8-1F17-46E2-9CC2-4491DFCE7372}" destId="{CE35A5BF-04EE-4912-ADD3-1BBC4B3FB6C8}" srcOrd="0" destOrd="0" presId="urn:microsoft.com/office/officeart/2024/layout/IconCircleLabelList"/>
    <dgm:cxn modelId="{D56FCF74-5691-4C8F-8160-A46376F8E5D6}" type="presOf" srcId="{F271A038-1512-485B-BE7C-93FB46716E3C}" destId="{A4069464-48B5-44CE-B9D7-837C6040C913}" srcOrd="0" destOrd="0" presId="urn:microsoft.com/office/officeart/2024/layout/IconCircleLabelList"/>
    <dgm:cxn modelId="{C7CDCB7B-510B-4E6E-BF4B-939C9C487C17}" srcId="{47F0F510-B89B-42CC-988B-B82960C0BEFC}" destId="{23C976A2-59BE-4591-84EF-4E92401A4163}" srcOrd="0" destOrd="0" parTransId="{BD0AAD7F-27EF-4CAF-A3B8-B245B2E5DC3C}" sibTransId="{15C309EC-C577-47CD-9C2F-2DD757DBB5A1}"/>
    <dgm:cxn modelId="{36FB3F87-D6DA-414D-B0F8-453DA353BDAB}" type="presOf" srcId="{23C976A2-59BE-4591-84EF-4E92401A4163}" destId="{8EFC12FB-FDA3-4D73-A82A-A4F0AE2E3422}" srcOrd="0" destOrd="0" presId="urn:microsoft.com/office/officeart/2024/layout/IconCircleLabelList"/>
    <dgm:cxn modelId="{78B8D49F-1D90-48F0-8DB3-D5EED65B551C}" type="presOf" srcId="{6B96CC21-7B5B-4163-936E-BF5A3F45CEBA}" destId="{7048A277-BE3F-4C04-ACCA-BBDD1EE6B8CC}" srcOrd="0" destOrd="0" presId="urn:microsoft.com/office/officeart/2024/layout/IconCircleLabelList"/>
    <dgm:cxn modelId="{32D978BA-6EF5-49BA-BF07-8107675CEEFF}" srcId="{47F0F510-B89B-42CC-988B-B82960C0BEFC}" destId="{E2702874-C77C-480E-85DC-6C0D90313370}" srcOrd="7" destOrd="0" parTransId="{7927D0E7-F6F9-4B93-9D3A-940DFD9DF7B3}" sibTransId="{D1078883-F092-4CD0-890C-FE4CDC740CD6}"/>
    <dgm:cxn modelId="{B77FDFBB-21B1-46B2-AC8B-21AC004AF3B1}" type="presOf" srcId="{A4AB43F9-7E36-456E-93FA-B203E5DC73F3}" destId="{254C7463-61EA-4E9E-A65A-133924422C44}" srcOrd="0" destOrd="0" presId="urn:microsoft.com/office/officeart/2024/layout/IconCircleLabelList"/>
    <dgm:cxn modelId="{5F35ECE5-BC79-4BFA-93B7-AB45668630C3}" srcId="{47F0F510-B89B-42CC-988B-B82960C0BEFC}" destId="{F271A038-1512-485B-BE7C-93FB46716E3C}" srcOrd="3" destOrd="0" parTransId="{3D5DC798-CCF4-49DE-A04A-F63ED115C743}" sibTransId="{C5FA30B3-1BFF-442C-978C-7BD532DF81E7}"/>
    <dgm:cxn modelId="{02F8AFEB-F7E9-444E-8FB7-350BB9C186EA}" srcId="{47F0F510-B89B-42CC-988B-B82960C0BEFC}" destId="{A4AB43F9-7E36-456E-93FA-B203E5DC73F3}" srcOrd="2" destOrd="0" parTransId="{74492018-74C2-4C21-BD3A-BF3BDB9F15AE}" sibTransId="{056F1EB4-42FE-4359-8E11-FF6715118BD1}"/>
    <dgm:cxn modelId="{345E37F5-FB4F-44FA-A381-BCDD5A5B798A}" type="presOf" srcId="{E2702874-C77C-480E-85DC-6C0D90313370}" destId="{8DFF0111-2AFF-40A3-8308-B3E7406F9F61}" srcOrd="0" destOrd="0" presId="urn:microsoft.com/office/officeart/2024/layout/IconCircleLabelList"/>
    <dgm:cxn modelId="{4262F4BE-4AE6-48EA-BE8D-E0595EF7A3BD}" type="presParOf" srcId="{E4CA9F8C-F1DA-4B5D-9655-C6367A37417E}" destId="{BFFC7606-BD0D-47E3-A60E-79EB6006960B}" srcOrd="0" destOrd="0" presId="urn:microsoft.com/office/officeart/2024/layout/IconCircleLabelList"/>
    <dgm:cxn modelId="{D842D620-603C-4714-9DBC-1BB8F4F51550}" type="presParOf" srcId="{BFFC7606-BD0D-47E3-A60E-79EB6006960B}" destId="{1A95E686-052E-4C52-B4EC-EB2E37ACE9CC}" srcOrd="0" destOrd="0" presId="urn:microsoft.com/office/officeart/2024/layout/IconCircleLabelList"/>
    <dgm:cxn modelId="{3E9E88E4-2B4B-4C8C-A490-9D0877202FC3}" type="presParOf" srcId="{BFFC7606-BD0D-47E3-A60E-79EB6006960B}" destId="{1464CDDA-5F02-4E2B-B4B0-EBA6351D6090}" srcOrd="1" destOrd="0" presId="urn:microsoft.com/office/officeart/2024/layout/IconCircleLabelList"/>
    <dgm:cxn modelId="{0FCF3D7C-740C-448B-AB01-F13338275CA7}" type="presParOf" srcId="{BFFC7606-BD0D-47E3-A60E-79EB6006960B}" destId="{6C137441-2B50-486C-B4AF-C12027F4D65F}" srcOrd="2" destOrd="0" presId="urn:microsoft.com/office/officeart/2024/layout/IconCircleLabelList"/>
    <dgm:cxn modelId="{43E8CC21-43DB-41F3-9736-B22AF18F5066}" type="presParOf" srcId="{BFFC7606-BD0D-47E3-A60E-79EB6006960B}" destId="{8EFC12FB-FDA3-4D73-A82A-A4F0AE2E3422}" srcOrd="3" destOrd="0" presId="urn:microsoft.com/office/officeart/2024/layout/IconCircleLabelList"/>
    <dgm:cxn modelId="{CE35AF57-9DB8-41C9-8782-5FA69F03B6B4}" type="presParOf" srcId="{E4CA9F8C-F1DA-4B5D-9655-C6367A37417E}" destId="{E50907AF-09F9-4357-BA18-8212E8584BD6}" srcOrd="1" destOrd="0" presId="urn:microsoft.com/office/officeart/2024/layout/IconCircleLabelList"/>
    <dgm:cxn modelId="{DA1759C9-2FEB-40F9-9F17-DCE67066D47B}" type="presParOf" srcId="{E4CA9F8C-F1DA-4B5D-9655-C6367A37417E}" destId="{E7151264-5688-4541-A244-7BD0F238CF1A}" srcOrd="2" destOrd="0" presId="urn:microsoft.com/office/officeart/2024/layout/IconCircleLabelList"/>
    <dgm:cxn modelId="{74DA5D32-5686-46A9-BB62-E46C7D6CDDF3}" type="presParOf" srcId="{E7151264-5688-4541-A244-7BD0F238CF1A}" destId="{0D3CDFD7-5EFA-48DF-B38A-CDE4ACC6ECE5}" srcOrd="0" destOrd="0" presId="urn:microsoft.com/office/officeart/2024/layout/IconCircleLabelList"/>
    <dgm:cxn modelId="{919EF027-F75C-45C9-BA5A-CA280648CA3D}" type="presParOf" srcId="{E7151264-5688-4541-A244-7BD0F238CF1A}" destId="{8DDAF0DE-9CC9-4314-A292-5AD7AEE9F8FC}" srcOrd="1" destOrd="0" presId="urn:microsoft.com/office/officeart/2024/layout/IconCircleLabelList"/>
    <dgm:cxn modelId="{806CA411-95B9-4196-9536-28D8272834DD}" type="presParOf" srcId="{E7151264-5688-4541-A244-7BD0F238CF1A}" destId="{24E03544-F8E1-4647-A7EC-BC018C0BE037}" srcOrd="2" destOrd="0" presId="urn:microsoft.com/office/officeart/2024/layout/IconCircleLabelList"/>
    <dgm:cxn modelId="{8242A152-6DFF-4AEC-AE4B-F2B463A53D50}" type="presParOf" srcId="{E7151264-5688-4541-A244-7BD0F238CF1A}" destId="{CE35A5BF-04EE-4912-ADD3-1BBC4B3FB6C8}" srcOrd="3" destOrd="0" presId="urn:microsoft.com/office/officeart/2024/layout/IconCircleLabelList"/>
    <dgm:cxn modelId="{4CD69A2E-4B68-4CA3-891F-EBCF4D016945}" type="presParOf" srcId="{E4CA9F8C-F1DA-4B5D-9655-C6367A37417E}" destId="{E12F8898-C2A2-439D-8672-FEB86A5090D9}" srcOrd="3" destOrd="0" presId="urn:microsoft.com/office/officeart/2024/layout/IconCircleLabelList"/>
    <dgm:cxn modelId="{3E765EF0-88E1-499C-B08B-5ECB4880886A}" type="presParOf" srcId="{E4CA9F8C-F1DA-4B5D-9655-C6367A37417E}" destId="{58A0A3FB-3277-4689-9415-911DE1E9C218}" srcOrd="4" destOrd="0" presId="urn:microsoft.com/office/officeart/2024/layout/IconCircleLabelList"/>
    <dgm:cxn modelId="{53212F97-7276-4E17-B10A-BD12306062ED}" type="presParOf" srcId="{58A0A3FB-3277-4689-9415-911DE1E9C218}" destId="{784947D7-FB29-4434-82FA-114787722294}" srcOrd="0" destOrd="0" presId="urn:microsoft.com/office/officeart/2024/layout/IconCircleLabelList"/>
    <dgm:cxn modelId="{00B44356-6956-4246-A1D4-E9E722469A78}" type="presParOf" srcId="{58A0A3FB-3277-4689-9415-911DE1E9C218}" destId="{B71048D3-51CB-43E3-A7D8-D7B7745C3795}" srcOrd="1" destOrd="0" presId="urn:microsoft.com/office/officeart/2024/layout/IconCircleLabelList"/>
    <dgm:cxn modelId="{E8CE8F1C-9D71-4A99-8DA8-088AEE4953C0}" type="presParOf" srcId="{58A0A3FB-3277-4689-9415-911DE1E9C218}" destId="{07C73A1D-0A87-44C5-9AF3-6E1646BA225D}" srcOrd="2" destOrd="0" presId="urn:microsoft.com/office/officeart/2024/layout/IconCircleLabelList"/>
    <dgm:cxn modelId="{E64380CE-740D-487D-A117-A3F72F7FE6BE}" type="presParOf" srcId="{58A0A3FB-3277-4689-9415-911DE1E9C218}" destId="{254C7463-61EA-4E9E-A65A-133924422C44}" srcOrd="3" destOrd="0" presId="urn:microsoft.com/office/officeart/2024/layout/IconCircleLabelList"/>
    <dgm:cxn modelId="{1DABB735-D89E-491B-8DAE-2BF6C7CE76A1}" type="presParOf" srcId="{E4CA9F8C-F1DA-4B5D-9655-C6367A37417E}" destId="{20BF7576-936B-450B-B72E-4A98A16C4263}" srcOrd="5" destOrd="0" presId="urn:microsoft.com/office/officeart/2024/layout/IconCircleLabelList"/>
    <dgm:cxn modelId="{33CBD186-F240-40B0-9C97-B884513DBF4D}" type="presParOf" srcId="{E4CA9F8C-F1DA-4B5D-9655-C6367A37417E}" destId="{2924C0EC-A6F3-4F21-8811-85DA0EA54EEF}" srcOrd="6" destOrd="0" presId="urn:microsoft.com/office/officeart/2024/layout/IconCircleLabelList"/>
    <dgm:cxn modelId="{34A20B4F-F164-4398-A873-C22E9A200078}" type="presParOf" srcId="{2924C0EC-A6F3-4F21-8811-85DA0EA54EEF}" destId="{0E4A37E3-257F-4ECA-854E-4C6C2FC68100}" srcOrd="0" destOrd="0" presId="urn:microsoft.com/office/officeart/2024/layout/IconCircleLabelList"/>
    <dgm:cxn modelId="{BA10B4DA-9D39-4A18-A36D-5D107BCF8322}" type="presParOf" srcId="{2924C0EC-A6F3-4F21-8811-85DA0EA54EEF}" destId="{2B8CC7BA-C8A8-46CB-B59E-70D26DF81945}" srcOrd="1" destOrd="0" presId="urn:microsoft.com/office/officeart/2024/layout/IconCircleLabelList"/>
    <dgm:cxn modelId="{3A6F4F5A-3D27-4E9C-B092-8B545A1187E7}" type="presParOf" srcId="{2924C0EC-A6F3-4F21-8811-85DA0EA54EEF}" destId="{632A7D7E-1F41-4777-8E51-EE077559483F}" srcOrd="2" destOrd="0" presId="urn:microsoft.com/office/officeart/2024/layout/IconCircleLabelList"/>
    <dgm:cxn modelId="{AA3ABFF7-8E8F-4738-A6CF-ED014831C677}" type="presParOf" srcId="{2924C0EC-A6F3-4F21-8811-85DA0EA54EEF}" destId="{A4069464-48B5-44CE-B9D7-837C6040C913}" srcOrd="3" destOrd="0" presId="urn:microsoft.com/office/officeart/2024/layout/IconCircleLabelList"/>
    <dgm:cxn modelId="{9C058046-1BD5-448E-AB5E-56270E6D9F88}" type="presParOf" srcId="{E4CA9F8C-F1DA-4B5D-9655-C6367A37417E}" destId="{7D1452D2-1748-4CBA-8EC1-B344EBF33139}" srcOrd="7" destOrd="0" presId="urn:microsoft.com/office/officeart/2024/layout/IconCircleLabelList"/>
    <dgm:cxn modelId="{0079B5D2-B5B3-49B7-B664-6D945F09959B}" type="presParOf" srcId="{E4CA9F8C-F1DA-4B5D-9655-C6367A37417E}" destId="{A3A389B6-70C5-40D1-8572-ABB045C0E6CB}" srcOrd="8" destOrd="0" presId="urn:microsoft.com/office/officeart/2024/layout/IconCircleLabelList"/>
    <dgm:cxn modelId="{EEF75125-4A79-44AF-956F-6443A7E31BF6}" type="presParOf" srcId="{A3A389B6-70C5-40D1-8572-ABB045C0E6CB}" destId="{7CEF3737-8340-4B34-8A67-B71A48A3BCD8}" srcOrd="0" destOrd="0" presId="urn:microsoft.com/office/officeart/2024/layout/IconCircleLabelList"/>
    <dgm:cxn modelId="{03147FB4-77F4-4D8A-9E1B-8FFE115E2FF5}" type="presParOf" srcId="{A3A389B6-70C5-40D1-8572-ABB045C0E6CB}" destId="{61DFF8C2-AA22-46AF-A7B3-C0F1829BD486}" srcOrd="1" destOrd="0" presId="urn:microsoft.com/office/officeart/2024/layout/IconCircleLabelList"/>
    <dgm:cxn modelId="{CADD5BFE-F9BA-40B3-814D-9A1BD9C37627}" type="presParOf" srcId="{A3A389B6-70C5-40D1-8572-ABB045C0E6CB}" destId="{AB0C3797-C330-4DA9-BEF6-58F48078F2AE}" srcOrd="2" destOrd="0" presId="urn:microsoft.com/office/officeart/2024/layout/IconCircleLabelList"/>
    <dgm:cxn modelId="{29A7E62B-F71E-40EE-8C24-6210F1CE87CC}" type="presParOf" srcId="{A3A389B6-70C5-40D1-8572-ABB045C0E6CB}" destId="{7D846B8F-9562-4D50-80E2-8A69F1197896}" srcOrd="3" destOrd="0" presId="urn:microsoft.com/office/officeart/2024/layout/IconCircleLabelList"/>
    <dgm:cxn modelId="{1BD57986-6A3E-4F29-A768-6D7706E657C8}" type="presParOf" srcId="{E4CA9F8C-F1DA-4B5D-9655-C6367A37417E}" destId="{80291076-26DE-45FD-95BB-56AAC96561BF}" srcOrd="9" destOrd="0" presId="urn:microsoft.com/office/officeart/2024/layout/IconCircleLabelList"/>
    <dgm:cxn modelId="{3616F010-C6A4-44B0-A25C-A394DCB9DEC9}" type="presParOf" srcId="{E4CA9F8C-F1DA-4B5D-9655-C6367A37417E}" destId="{BFF1D747-2746-4090-8905-EA1C098DFF94}" srcOrd="10" destOrd="0" presId="urn:microsoft.com/office/officeart/2024/layout/IconCircleLabelList"/>
    <dgm:cxn modelId="{91A00258-46D5-4FA5-8F34-6FBC12199F3A}" type="presParOf" srcId="{BFF1D747-2746-4090-8905-EA1C098DFF94}" destId="{7789FA0D-EC4F-4E2D-AEC1-0F3AC1817E52}" srcOrd="0" destOrd="0" presId="urn:microsoft.com/office/officeart/2024/layout/IconCircleLabelList"/>
    <dgm:cxn modelId="{96BD5C3B-1DB3-4E07-84A1-98E30B1D0E4F}" type="presParOf" srcId="{BFF1D747-2746-4090-8905-EA1C098DFF94}" destId="{BC80A62F-3903-4645-B7CB-A80372C6AF73}" srcOrd="1" destOrd="0" presId="urn:microsoft.com/office/officeart/2024/layout/IconCircleLabelList"/>
    <dgm:cxn modelId="{FF42FFDB-35AF-4456-B02C-B5C516B594DE}" type="presParOf" srcId="{BFF1D747-2746-4090-8905-EA1C098DFF94}" destId="{C9D1481C-5F10-46AB-9FE2-76A4DF206B0D}" srcOrd="2" destOrd="0" presId="urn:microsoft.com/office/officeart/2024/layout/IconCircleLabelList"/>
    <dgm:cxn modelId="{C0424057-CCA6-4001-B429-261552ED9FF5}" type="presParOf" srcId="{BFF1D747-2746-4090-8905-EA1C098DFF94}" destId="{A99AE50F-9D0C-4823-9923-FF17B9C5832B}" srcOrd="3" destOrd="0" presId="urn:microsoft.com/office/officeart/2024/layout/IconCircleLabelList"/>
    <dgm:cxn modelId="{BE0B6BD1-FF45-4E52-9F2D-11734BE49F35}" type="presParOf" srcId="{E4CA9F8C-F1DA-4B5D-9655-C6367A37417E}" destId="{0C33B3D6-436F-41BD-A391-425CC5858F4A}" srcOrd="11" destOrd="0" presId="urn:microsoft.com/office/officeart/2024/layout/IconCircleLabelList"/>
    <dgm:cxn modelId="{3DEEF352-C468-4643-A656-60BFA9BDA3D4}" type="presParOf" srcId="{E4CA9F8C-F1DA-4B5D-9655-C6367A37417E}" destId="{93AD1743-6409-4902-97A5-191B3D757F4C}" srcOrd="12" destOrd="0" presId="urn:microsoft.com/office/officeart/2024/layout/IconCircleLabelList"/>
    <dgm:cxn modelId="{FBF2EC4C-8401-4EE0-9E75-CB1C8AF38AA5}" type="presParOf" srcId="{93AD1743-6409-4902-97A5-191B3D757F4C}" destId="{97F246CC-F59E-4BB5-B0A5-0813CFF38B35}" srcOrd="0" destOrd="0" presId="urn:microsoft.com/office/officeart/2024/layout/IconCircleLabelList"/>
    <dgm:cxn modelId="{63D76565-A4DF-4CB5-9860-AA808696662A}" type="presParOf" srcId="{93AD1743-6409-4902-97A5-191B3D757F4C}" destId="{BC11F3F5-BD99-483B-940E-24916F0C0BB1}" srcOrd="1" destOrd="0" presId="urn:microsoft.com/office/officeart/2024/layout/IconCircleLabelList"/>
    <dgm:cxn modelId="{930B1452-19D9-4B97-8224-C2B8AB47E934}" type="presParOf" srcId="{93AD1743-6409-4902-97A5-191B3D757F4C}" destId="{42B19E6D-311B-4246-9C16-CCF379A2CA77}" srcOrd="2" destOrd="0" presId="urn:microsoft.com/office/officeart/2024/layout/IconCircleLabelList"/>
    <dgm:cxn modelId="{48483C5D-2B2A-4C39-811D-69BEE08E4311}" type="presParOf" srcId="{93AD1743-6409-4902-97A5-191B3D757F4C}" destId="{7048A277-BE3F-4C04-ACCA-BBDD1EE6B8CC}" srcOrd="3" destOrd="0" presId="urn:microsoft.com/office/officeart/2024/layout/IconCircleLabelList"/>
    <dgm:cxn modelId="{B694AC6C-732F-441C-9A05-1A8675B3F22D}" type="presParOf" srcId="{E4CA9F8C-F1DA-4B5D-9655-C6367A37417E}" destId="{FEBC42BA-DDA5-4BB1-AE3F-24ABCE8A36D8}" srcOrd="13" destOrd="0" presId="urn:microsoft.com/office/officeart/2024/layout/IconCircleLabelList"/>
    <dgm:cxn modelId="{CCA4F90C-233D-4C97-AF3C-49B4BBE45816}" type="presParOf" srcId="{E4CA9F8C-F1DA-4B5D-9655-C6367A37417E}" destId="{C13792D9-CD11-4B5C-BCFA-82F73D97C78F}" srcOrd="14" destOrd="0" presId="urn:microsoft.com/office/officeart/2024/layout/IconCircleLabelList"/>
    <dgm:cxn modelId="{2E26AD00-0E91-4719-9562-287F5090F6C7}" type="presParOf" srcId="{C13792D9-CD11-4B5C-BCFA-82F73D97C78F}" destId="{54F595BC-A2B7-42BD-A148-2A7A70E3F29A}" srcOrd="0" destOrd="0" presId="urn:microsoft.com/office/officeart/2024/layout/IconCircleLabelList"/>
    <dgm:cxn modelId="{F2352475-DC6E-4CBE-81FF-F90841E75469}" type="presParOf" srcId="{C13792D9-CD11-4B5C-BCFA-82F73D97C78F}" destId="{7080443D-4EA1-42B0-A19D-33CDDE02F708}" srcOrd="1" destOrd="0" presId="urn:microsoft.com/office/officeart/2024/layout/IconCircleLabelList"/>
    <dgm:cxn modelId="{C26AB91F-7F1A-4BCD-AE57-3030A030B899}" type="presParOf" srcId="{C13792D9-CD11-4B5C-BCFA-82F73D97C78F}" destId="{D1F60275-DFCE-41C0-A889-B635CE85456E}" srcOrd="2" destOrd="0" presId="urn:microsoft.com/office/officeart/2024/layout/IconCircleLabelList"/>
    <dgm:cxn modelId="{AF26EE24-B6F4-4757-8C6E-B2E42A3740B5}" type="presParOf" srcId="{C13792D9-CD11-4B5C-BCFA-82F73D97C78F}" destId="{8DFF0111-2AFF-40A3-8308-B3E7406F9F61}" srcOrd="3" destOrd="0" presId="urn:microsoft.com/office/officeart/2024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7F0F510-B89B-42CC-988B-B82960C0BEFC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3C976A2-59BE-4591-84EF-4E92401A4163}">
      <dgm:prSet phldrT="[Text]"/>
      <dgm:spPr/>
      <dgm:t>
        <a:bodyPr/>
        <a:lstStyle/>
        <a:p>
          <a:r>
            <a:rPr lang="en-US" b="1" dirty="0" err="1">
              <a:solidFill>
                <a:srgbClr val="0B1F3A"/>
              </a:solidFill>
            </a:rPr>
            <a:t>Streamlit</a:t>
          </a:r>
          <a:r>
            <a:rPr lang="en-US" b="1" dirty="0">
              <a:solidFill>
                <a:srgbClr val="0B1F3A"/>
              </a:solidFill>
            </a:rPr>
            <a:t> over custom React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Faster delivery for demo + dashboard; less frontend maintenance; enough for internal copilot workflow.</a:t>
          </a:r>
          <a:endParaRPr lang="en-IN" dirty="0"/>
        </a:p>
      </dgm:t>
    </dgm:pt>
    <dgm:pt modelId="{BD0AAD7F-27EF-4CAF-A3B8-B245B2E5DC3C}" type="parTrans" cxnId="{C7CDCB7B-510B-4E6E-BF4B-939C9C487C17}">
      <dgm:prSet/>
      <dgm:spPr/>
      <dgm:t>
        <a:bodyPr/>
        <a:lstStyle/>
        <a:p>
          <a:endParaRPr lang="en-IN"/>
        </a:p>
      </dgm:t>
    </dgm:pt>
    <dgm:pt modelId="{15C309EC-C577-47CD-9C2F-2DD757DBB5A1}" type="sibTrans" cxnId="{C7CDCB7B-510B-4E6E-BF4B-939C9C487C17}">
      <dgm:prSet/>
      <dgm:spPr/>
      <dgm:t>
        <a:bodyPr/>
        <a:lstStyle/>
        <a:p>
          <a:endParaRPr lang="en-IN"/>
        </a:p>
      </dgm:t>
    </dgm:pt>
    <dgm:pt modelId="{A65509B8-1F17-46E2-9CC2-4491DFCE7372}">
      <dgm:prSet phldrT="[Text]"/>
      <dgm:spPr/>
      <dgm:t>
        <a:bodyPr/>
        <a:lstStyle/>
        <a:p>
          <a:r>
            <a:rPr lang="en-US" b="1" dirty="0" err="1">
              <a:solidFill>
                <a:srgbClr val="0B1F3A"/>
              </a:solidFill>
            </a:rPr>
            <a:t>FastAPI</a:t>
          </a:r>
          <a:r>
            <a:rPr lang="en-US" b="1" dirty="0">
              <a:solidFill>
                <a:srgbClr val="0B1F3A"/>
              </a:solidFill>
            </a:rPr>
            <a:t> over Flask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Better typing, async support, automatic </a:t>
          </a:r>
          <a:r>
            <a:rPr lang="en-US" dirty="0" err="1">
              <a:solidFill>
                <a:srgbClr val="1F2937"/>
              </a:solidFill>
            </a:rPr>
            <a:t>OpenAPI</a:t>
          </a:r>
          <a:r>
            <a:rPr lang="en-US" dirty="0">
              <a:solidFill>
                <a:srgbClr val="1F2937"/>
              </a:solidFill>
            </a:rPr>
            <a:t> docs and cleaner production service boundaries.</a:t>
          </a:r>
          <a:endParaRPr lang="en-IN" dirty="0"/>
        </a:p>
      </dgm:t>
    </dgm:pt>
    <dgm:pt modelId="{9E7FD25E-AC91-4BEF-BBC4-3B386EE11C0E}" type="parTrans" cxnId="{C45D3C65-1F30-4278-8566-F041B428B0D3}">
      <dgm:prSet/>
      <dgm:spPr/>
      <dgm:t>
        <a:bodyPr/>
        <a:lstStyle/>
        <a:p>
          <a:endParaRPr lang="en-IN"/>
        </a:p>
      </dgm:t>
    </dgm:pt>
    <dgm:pt modelId="{6D7DDCC7-1CE2-4A13-8CA6-C3B7F3C1BC11}" type="sibTrans" cxnId="{C45D3C65-1F30-4278-8566-F041B428B0D3}">
      <dgm:prSet/>
      <dgm:spPr/>
      <dgm:t>
        <a:bodyPr/>
        <a:lstStyle/>
        <a:p>
          <a:endParaRPr lang="en-IN"/>
        </a:p>
      </dgm:t>
    </dgm:pt>
    <dgm:pt modelId="{A4AB43F9-7E36-456E-93FA-B203E5DC73F3}">
      <dgm:prSet phldrT="[Text]"/>
      <dgm:spPr/>
      <dgm:t>
        <a:bodyPr/>
        <a:lstStyle/>
        <a:p>
          <a:r>
            <a:rPr lang="en-US" b="1" dirty="0">
              <a:solidFill>
                <a:srgbClr val="0B1F3A"/>
              </a:solidFill>
            </a:rPr>
            <a:t>FAISS over hosted vector DB initially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Local, no network dependency, simple persistence, low cost; can migrate when multi-tenant scale is required.</a:t>
          </a:r>
          <a:endParaRPr lang="en-IN" dirty="0"/>
        </a:p>
      </dgm:t>
    </dgm:pt>
    <dgm:pt modelId="{74492018-74C2-4C21-BD3A-BF3BDB9F15AE}" type="parTrans" cxnId="{02F8AFEB-F7E9-444E-8FB7-350BB9C186EA}">
      <dgm:prSet/>
      <dgm:spPr/>
      <dgm:t>
        <a:bodyPr/>
        <a:lstStyle/>
        <a:p>
          <a:endParaRPr lang="en-IN"/>
        </a:p>
      </dgm:t>
    </dgm:pt>
    <dgm:pt modelId="{056F1EB4-42FE-4359-8E11-FF6715118BD1}" type="sibTrans" cxnId="{02F8AFEB-F7E9-444E-8FB7-350BB9C186EA}">
      <dgm:prSet/>
      <dgm:spPr/>
      <dgm:t>
        <a:bodyPr/>
        <a:lstStyle/>
        <a:p>
          <a:endParaRPr lang="en-IN"/>
        </a:p>
      </dgm:t>
    </dgm:pt>
    <dgm:pt modelId="{F271A038-1512-485B-BE7C-93FB46716E3C}">
      <dgm:prSet phldrT="[Text]"/>
      <dgm:spPr/>
      <dgm:t>
        <a:bodyPr/>
        <a:lstStyle/>
        <a:p>
          <a:r>
            <a:rPr lang="en-US" b="1" dirty="0" err="1">
              <a:solidFill>
                <a:srgbClr val="0B1F3A"/>
              </a:solidFill>
            </a:rPr>
            <a:t>MiniLM</a:t>
          </a:r>
          <a:r>
            <a:rPr lang="en-US" b="1" dirty="0">
              <a:solidFill>
                <a:srgbClr val="0B1F3A"/>
              </a:solidFill>
            </a:rPr>
            <a:t> over larger embeddings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Good semantic quality with low CPU cost and 384-dim storage; practical for frequent local indexing.</a:t>
          </a:r>
          <a:endParaRPr lang="en-IN" dirty="0"/>
        </a:p>
      </dgm:t>
    </dgm:pt>
    <dgm:pt modelId="{3D5DC798-CCF4-49DE-A04A-F63ED115C743}" type="parTrans" cxnId="{5F35ECE5-BC79-4BFA-93B7-AB45668630C3}">
      <dgm:prSet/>
      <dgm:spPr/>
      <dgm:t>
        <a:bodyPr/>
        <a:lstStyle/>
        <a:p>
          <a:endParaRPr lang="en-IN"/>
        </a:p>
      </dgm:t>
    </dgm:pt>
    <dgm:pt modelId="{C5FA30B3-1BFF-442C-978C-7BD532DF81E7}" type="sibTrans" cxnId="{5F35ECE5-BC79-4BFA-93B7-AB45668630C3}">
      <dgm:prSet/>
      <dgm:spPr/>
      <dgm:t>
        <a:bodyPr/>
        <a:lstStyle/>
        <a:p>
          <a:endParaRPr lang="en-IN"/>
        </a:p>
      </dgm:t>
    </dgm:pt>
    <dgm:pt modelId="{26D47877-284A-4B1D-A8AC-B155D605110E}">
      <dgm:prSet phldrT="[Text]"/>
      <dgm:spPr/>
      <dgm:t>
        <a:bodyPr/>
        <a:lstStyle/>
        <a:p>
          <a:r>
            <a:rPr lang="en-US" b="1" dirty="0">
              <a:solidFill>
                <a:srgbClr val="0B1F3A"/>
              </a:solidFill>
            </a:rPr>
            <a:t>Graph orchestration over single chain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Planner, router, RAG, MCP, reasoning and evaluation become separately testable and observable.</a:t>
          </a:r>
          <a:endParaRPr lang="en-IN" dirty="0"/>
        </a:p>
      </dgm:t>
    </dgm:pt>
    <dgm:pt modelId="{A52CF4A3-E665-49A2-80AC-3FE96DEBF1D1}" type="parTrans" cxnId="{D1C6E809-D96B-4638-AF8D-E0A9F2F1E30F}">
      <dgm:prSet/>
      <dgm:spPr/>
      <dgm:t>
        <a:bodyPr/>
        <a:lstStyle/>
        <a:p>
          <a:endParaRPr lang="en-IN"/>
        </a:p>
      </dgm:t>
    </dgm:pt>
    <dgm:pt modelId="{B51E9582-881A-4988-920A-C69546969461}" type="sibTrans" cxnId="{D1C6E809-D96B-4638-AF8D-E0A9F2F1E30F}">
      <dgm:prSet/>
      <dgm:spPr/>
      <dgm:t>
        <a:bodyPr/>
        <a:lstStyle/>
        <a:p>
          <a:endParaRPr lang="en-IN"/>
        </a:p>
      </dgm:t>
    </dgm:pt>
    <dgm:pt modelId="{E2702874-C77C-480E-85DC-6C0D90313370}">
      <dgm:prSet phldrT="[Text]"/>
      <dgm:spPr/>
      <dgm:t>
        <a:bodyPr/>
        <a:lstStyle/>
        <a:p>
          <a:r>
            <a:rPr lang="en-US" b="1" dirty="0">
              <a:solidFill>
                <a:srgbClr val="0B1F3A"/>
              </a:solidFill>
            </a:rPr>
            <a:t>Guardrails over free-form medical advice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Healthcare requires safe boundaries; responses must not prescribe, diagnose or alter medication.</a:t>
          </a:r>
          <a:endParaRPr lang="en-IN" dirty="0"/>
        </a:p>
      </dgm:t>
    </dgm:pt>
    <dgm:pt modelId="{7927D0E7-F6F9-4B93-9D3A-940DFD9DF7B3}" type="parTrans" cxnId="{32D978BA-6EF5-49BA-BF07-8107675CEEFF}">
      <dgm:prSet/>
      <dgm:spPr/>
      <dgm:t>
        <a:bodyPr/>
        <a:lstStyle/>
        <a:p>
          <a:endParaRPr lang="en-IN"/>
        </a:p>
      </dgm:t>
    </dgm:pt>
    <dgm:pt modelId="{D1078883-F092-4CD0-890C-FE4CDC740CD6}" type="sibTrans" cxnId="{32D978BA-6EF5-49BA-BF07-8107675CEEFF}">
      <dgm:prSet/>
      <dgm:spPr/>
      <dgm:t>
        <a:bodyPr/>
        <a:lstStyle/>
        <a:p>
          <a:endParaRPr lang="en-IN"/>
        </a:p>
      </dgm:t>
    </dgm:pt>
    <dgm:pt modelId="{E5D1390B-55B1-40D5-9521-D678A49BA592}">
      <dgm:prSet phldrT="[Text]"/>
      <dgm:spPr/>
      <dgm:t>
        <a:bodyPr/>
        <a:lstStyle/>
        <a:p>
          <a:r>
            <a:rPr lang="en-US" b="1" dirty="0">
              <a:solidFill>
                <a:srgbClr val="0B1F3A"/>
              </a:solidFill>
            </a:rPr>
            <a:t>LLM-as-a-Judge over golden dataset only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Documents are dynamic per user; context changes after every upload, so fixed Q&amp;A cannot cover real runtime behavior.</a:t>
          </a:r>
          <a:endParaRPr lang="en-IN" dirty="0"/>
        </a:p>
      </dgm:t>
    </dgm:pt>
    <dgm:pt modelId="{DB25546C-CF0E-4700-A80D-AF5946BD4DC7}" type="parTrans" cxnId="{5791C203-6EED-4B69-A653-CC95CF77E984}">
      <dgm:prSet/>
      <dgm:spPr/>
      <dgm:t>
        <a:bodyPr/>
        <a:lstStyle/>
        <a:p>
          <a:endParaRPr lang="en-IN"/>
        </a:p>
      </dgm:t>
    </dgm:pt>
    <dgm:pt modelId="{595544E7-C2DC-4462-B927-0237B476D79F}" type="sibTrans" cxnId="{5791C203-6EED-4B69-A653-CC95CF77E984}">
      <dgm:prSet/>
      <dgm:spPr/>
      <dgm:t>
        <a:bodyPr/>
        <a:lstStyle/>
        <a:p>
          <a:endParaRPr lang="en-IN"/>
        </a:p>
      </dgm:t>
    </dgm:pt>
    <dgm:pt modelId="{6B96CC21-7B5B-4163-936E-BF5A3F45CEBA}">
      <dgm:prSet phldrT="[Text]"/>
      <dgm:spPr/>
      <dgm:t>
        <a:bodyPr/>
        <a:lstStyle/>
        <a:p>
          <a:r>
            <a:rPr lang="en-US" b="1" dirty="0">
              <a:solidFill>
                <a:srgbClr val="0B1F3A"/>
              </a:solidFill>
            </a:rPr>
            <a:t>OCR + Vision over OCR alone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Medical images may contain non-text visual signals, layout and patterns that OCR cannot extract.</a:t>
          </a:r>
          <a:endParaRPr lang="en-IN" dirty="0"/>
        </a:p>
      </dgm:t>
    </dgm:pt>
    <dgm:pt modelId="{4377CDDE-FE7C-45D5-9349-523B521A96E1}" type="parTrans" cxnId="{A0304560-92C6-40DC-92FC-3B030CFB8318}">
      <dgm:prSet/>
      <dgm:spPr/>
      <dgm:t>
        <a:bodyPr/>
        <a:lstStyle/>
        <a:p>
          <a:endParaRPr lang="en-IN"/>
        </a:p>
      </dgm:t>
    </dgm:pt>
    <dgm:pt modelId="{9D729ABF-702F-4044-A1D7-34052656CB6B}" type="sibTrans" cxnId="{A0304560-92C6-40DC-92FC-3B030CFB8318}">
      <dgm:prSet/>
      <dgm:spPr/>
      <dgm:t>
        <a:bodyPr/>
        <a:lstStyle/>
        <a:p>
          <a:endParaRPr lang="en-IN"/>
        </a:p>
      </dgm:t>
    </dgm:pt>
    <dgm:pt modelId="{A3514D65-8A03-4804-9940-95F786C0034F}" type="pres">
      <dgm:prSet presAssocID="{47F0F510-B89B-42CC-988B-B82960C0BEFC}" presName="Name0" presStyleCnt="0">
        <dgm:presLayoutVars>
          <dgm:dir/>
          <dgm:resizeHandles val="exact"/>
        </dgm:presLayoutVars>
      </dgm:prSet>
      <dgm:spPr/>
    </dgm:pt>
    <dgm:pt modelId="{915A06EC-4AA3-4AB3-A7C9-2C37D7FB14D5}" type="pres">
      <dgm:prSet presAssocID="{47F0F510-B89B-42CC-988B-B82960C0BEFC}" presName="fgShape" presStyleLbl="fgShp" presStyleIdx="0" presStyleCnt="1"/>
      <dgm:spPr/>
    </dgm:pt>
    <dgm:pt modelId="{1055713D-570A-40A8-A8C4-5976330B3585}" type="pres">
      <dgm:prSet presAssocID="{47F0F510-B89B-42CC-988B-B82960C0BEFC}" presName="linComp" presStyleCnt="0"/>
      <dgm:spPr/>
    </dgm:pt>
    <dgm:pt modelId="{B5A66EE7-8078-4B32-93C6-0EFEF81DEC5E}" type="pres">
      <dgm:prSet presAssocID="{23C976A2-59BE-4591-84EF-4E92401A4163}" presName="compNode" presStyleCnt="0"/>
      <dgm:spPr/>
    </dgm:pt>
    <dgm:pt modelId="{F47899A8-E0AD-499D-A58A-A052A8EFF67D}" type="pres">
      <dgm:prSet presAssocID="{23C976A2-59BE-4591-84EF-4E92401A4163}" presName="bkgdShape" presStyleLbl="node1" presStyleIdx="0" presStyleCnt="8"/>
      <dgm:spPr/>
    </dgm:pt>
    <dgm:pt modelId="{CECBDE1A-5D1F-425B-B79B-E39F143D21C1}" type="pres">
      <dgm:prSet presAssocID="{23C976A2-59BE-4591-84EF-4E92401A4163}" presName="nodeTx" presStyleLbl="node1" presStyleIdx="0" presStyleCnt="8">
        <dgm:presLayoutVars>
          <dgm:bulletEnabled val="1"/>
        </dgm:presLayoutVars>
      </dgm:prSet>
      <dgm:spPr/>
    </dgm:pt>
    <dgm:pt modelId="{68077D09-343B-421F-8F27-562DC8C89308}" type="pres">
      <dgm:prSet presAssocID="{23C976A2-59BE-4591-84EF-4E92401A4163}" presName="invisiNode" presStyleLbl="node1" presStyleIdx="0" presStyleCnt="8"/>
      <dgm:spPr/>
    </dgm:pt>
    <dgm:pt modelId="{D3739D1E-9E43-4997-ADA9-17347E9C2360}" type="pres">
      <dgm:prSet presAssocID="{23C976A2-59BE-4591-84EF-4E92401A4163}" presName="imagNode" presStyleLbl="fgImgPlace1" presStyleIdx="0" presStyleCnt="8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2CE5B086-3A91-4EE8-92CD-25F94EA8AD9B}" type="pres">
      <dgm:prSet presAssocID="{15C309EC-C577-47CD-9C2F-2DD757DBB5A1}" presName="sibTrans" presStyleLbl="sibTrans2D1" presStyleIdx="0" presStyleCnt="0"/>
      <dgm:spPr/>
    </dgm:pt>
    <dgm:pt modelId="{C9B9035F-832D-4E20-8862-07C1606AC581}" type="pres">
      <dgm:prSet presAssocID="{A65509B8-1F17-46E2-9CC2-4491DFCE7372}" presName="compNode" presStyleCnt="0"/>
      <dgm:spPr/>
    </dgm:pt>
    <dgm:pt modelId="{6B177ECB-9BBD-47D1-A395-6263964C8332}" type="pres">
      <dgm:prSet presAssocID="{A65509B8-1F17-46E2-9CC2-4491DFCE7372}" presName="bkgdShape" presStyleLbl="node1" presStyleIdx="1" presStyleCnt="8"/>
      <dgm:spPr/>
    </dgm:pt>
    <dgm:pt modelId="{9ED951F1-37D5-4063-BB01-A5A6AA750815}" type="pres">
      <dgm:prSet presAssocID="{A65509B8-1F17-46E2-9CC2-4491DFCE7372}" presName="nodeTx" presStyleLbl="node1" presStyleIdx="1" presStyleCnt="8">
        <dgm:presLayoutVars>
          <dgm:bulletEnabled val="1"/>
        </dgm:presLayoutVars>
      </dgm:prSet>
      <dgm:spPr/>
    </dgm:pt>
    <dgm:pt modelId="{9C05FAA8-2144-4CCD-A560-6D2DD464C4DE}" type="pres">
      <dgm:prSet presAssocID="{A65509B8-1F17-46E2-9CC2-4491DFCE7372}" presName="invisiNode" presStyleLbl="node1" presStyleIdx="1" presStyleCnt="8"/>
      <dgm:spPr/>
    </dgm:pt>
    <dgm:pt modelId="{29EF4B05-B45C-47B0-81A6-C97FF3C6253F}" type="pres">
      <dgm:prSet presAssocID="{A65509B8-1F17-46E2-9CC2-4491DFCE7372}" presName="imagNode" presStyleLbl="fgImgPlace1" presStyleIdx="1" presStyleCnt="8"/>
      <dgm:spPr>
        <a:blipFill dpi="0"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ning bolt with solid fill"/>
        </a:ext>
      </dgm:extLst>
    </dgm:pt>
    <dgm:pt modelId="{1362628C-2BAF-44C1-B82C-9A90648BCEF4}" type="pres">
      <dgm:prSet presAssocID="{6D7DDCC7-1CE2-4A13-8CA6-C3B7F3C1BC11}" presName="sibTrans" presStyleLbl="sibTrans2D1" presStyleIdx="0" presStyleCnt="0"/>
      <dgm:spPr/>
    </dgm:pt>
    <dgm:pt modelId="{13916235-4C01-48B4-8177-4DA94D6AF6A1}" type="pres">
      <dgm:prSet presAssocID="{A4AB43F9-7E36-456E-93FA-B203E5DC73F3}" presName="compNode" presStyleCnt="0"/>
      <dgm:spPr/>
    </dgm:pt>
    <dgm:pt modelId="{79533B52-EB52-40D1-AE92-41B40F9D512E}" type="pres">
      <dgm:prSet presAssocID="{A4AB43F9-7E36-456E-93FA-B203E5DC73F3}" presName="bkgdShape" presStyleLbl="node1" presStyleIdx="2" presStyleCnt="8"/>
      <dgm:spPr/>
    </dgm:pt>
    <dgm:pt modelId="{93761206-2087-4A10-BD41-D91DB8B2EDF0}" type="pres">
      <dgm:prSet presAssocID="{A4AB43F9-7E36-456E-93FA-B203E5DC73F3}" presName="nodeTx" presStyleLbl="node1" presStyleIdx="2" presStyleCnt="8">
        <dgm:presLayoutVars>
          <dgm:bulletEnabled val="1"/>
        </dgm:presLayoutVars>
      </dgm:prSet>
      <dgm:spPr/>
    </dgm:pt>
    <dgm:pt modelId="{9C3D6CD8-E7E1-4213-ADEA-893F262A44FD}" type="pres">
      <dgm:prSet presAssocID="{A4AB43F9-7E36-456E-93FA-B203E5DC73F3}" presName="invisiNode" presStyleLbl="node1" presStyleIdx="2" presStyleCnt="8"/>
      <dgm:spPr/>
    </dgm:pt>
    <dgm:pt modelId="{C48907A8-38AC-42B8-A290-6EBB90144D89}" type="pres">
      <dgm:prSet presAssocID="{A4AB43F9-7E36-456E-93FA-B203E5DC73F3}" presName="imagNode" presStyleLbl="fgImgPlace1" presStyleIdx="2" presStyleCnt="8"/>
      <dgm:spPr>
        <a:blipFill rotWithShape="1"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61BA98A5-6B70-4378-8840-5DBF6BE1091E}" type="pres">
      <dgm:prSet presAssocID="{056F1EB4-42FE-4359-8E11-FF6715118BD1}" presName="sibTrans" presStyleLbl="sibTrans2D1" presStyleIdx="0" presStyleCnt="0"/>
      <dgm:spPr/>
    </dgm:pt>
    <dgm:pt modelId="{04ABE04F-2C8C-420D-9C9E-3292CDBC4CDE}" type="pres">
      <dgm:prSet presAssocID="{F271A038-1512-485B-BE7C-93FB46716E3C}" presName="compNode" presStyleCnt="0"/>
      <dgm:spPr/>
    </dgm:pt>
    <dgm:pt modelId="{65BBD15F-20CE-43E0-B279-AC7160F4E507}" type="pres">
      <dgm:prSet presAssocID="{F271A038-1512-485B-BE7C-93FB46716E3C}" presName="bkgdShape" presStyleLbl="node1" presStyleIdx="3" presStyleCnt="8"/>
      <dgm:spPr/>
    </dgm:pt>
    <dgm:pt modelId="{DE6A5E80-79DC-41EB-AAE0-1A8F935C476D}" type="pres">
      <dgm:prSet presAssocID="{F271A038-1512-485B-BE7C-93FB46716E3C}" presName="nodeTx" presStyleLbl="node1" presStyleIdx="3" presStyleCnt="8">
        <dgm:presLayoutVars>
          <dgm:bulletEnabled val="1"/>
        </dgm:presLayoutVars>
      </dgm:prSet>
      <dgm:spPr/>
    </dgm:pt>
    <dgm:pt modelId="{0EEECC9C-FB50-4705-AD09-2FBA4820B3A4}" type="pres">
      <dgm:prSet presAssocID="{F271A038-1512-485B-BE7C-93FB46716E3C}" presName="invisiNode" presStyleLbl="node1" presStyleIdx="3" presStyleCnt="8"/>
      <dgm:spPr/>
    </dgm:pt>
    <dgm:pt modelId="{27E26100-5BBA-449A-BC6B-B7BBAFB63BE0}" type="pres">
      <dgm:prSet presAssocID="{F271A038-1512-485B-BE7C-93FB46716E3C}" presName="imagNode" presStyleLbl="fgImgPlace1" presStyleIdx="3" presStyleCnt="8"/>
      <dgm:spPr>
        <a:blipFill>
          <a:blip xmlns:r="http://schemas.openxmlformats.org/officeDocument/2006/relationships" r:embed="rId5"/>
          <a:srcRect/>
          <a:stretch>
            <a:fillRect l="-22000" r="-22000"/>
          </a:stretch>
        </a:blipFill>
      </dgm:spPr>
    </dgm:pt>
    <dgm:pt modelId="{A677FF57-B281-4277-A608-7E4804C7BF34}" type="pres">
      <dgm:prSet presAssocID="{C5FA30B3-1BFF-442C-978C-7BD532DF81E7}" presName="sibTrans" presStyleLbl="sibTrans2D1" presStyleIdx="0" presStyleCnt="0"/>
      <dgm:spPr/>
    </dgm:pt>
    <dgm:pt modelId="{A5A3CDD2-AE24-4BFC-BEF2-B9A1AB1EFB58}" type="pres">
      <dgm:prSet presAssocID="{26D47877-284A-4B1D-A8AC-B155D605110E}" presName="compNode" presStyleCnt="0"/>
      <dgm:spPr/>
    </dgm:pt>
    <dgm:pt modelId="{E831DCA1-AF3C-4175-8A21-5AB93D920059}" type="pres">
      <dgm:prSet presAssocID="{26D47877-284A-4B1D-A8AC-B155D605110E}" presName="bkgdShape" presStyleLbl="node1" presStyleIdx="4" presStyleCnt="8"/>
      <dgm:spPr/>
    </dgm:pt>
    <dgm:pt modelId="{22D48979-48B7-4A10-A321-1CF31180A9D1}" type="pres">
      <dgm:prSet presAssocID="{26D47877-284A-4B1D-A8AC-B155D605110E}" presName="nodeTx" presStyleLbl="node1" presStyleIdx="4" presStyleCnt="8">
        <dgm:presLayoutVars>
          <dgm:bulletEnabled val="1"/>
        </dgm:presLayoutVars>
      </dgm:prSet>
      <dgm:spPr/>
    </dgm:pt>
    <dgm:pt modelId="{72DB1C2D-DB3A-43E0-8D7C-333B0797BCBB}" type="pres">
      <dgm:prSet presAssocID="{26D47877-284A-4B1D-A8AC-B155D605110E}" presName="invisiNode" presStyleLbl="node1" presStyleIdx="4" presStyleCnt="8"/>
      <dgm:spPr/>
    </dgm:pt>
    <dgm:pt modelId="{40655C5A-99ED-4D77-8E6A-9F2C858D1E80}" type="pres">
      <dgm:prSet presAssocID="{26D47877-284A-4B1D-A8AC-B155D605110E}" presName="imagNode" presStyleLbl="fgImgPlace1" presStyleIdx="4" presStyleCnt="8"/>
      <dgm:spPr>
        <a:blipFill dpi="0" rotWithShape="1"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>
            <a:fillRect/>
          </a:stretch>
        </a:blipFill>
      </dgm:spPr>
    </dgm:pt>
    <dgm:pt modelId="{DDC63642-3871-4DA1-B8DA-7D5FCDC6B435}" type="pres">
      <dgm:prSet presAssocID="{B51E9582-881A-4988-920A-C69546969461}" presName="sibTrans" presStyleLbl="sibTrans2D1" presStyleIdx="0" presStyleCnt="0"/>
      <dgm:spPr/>
    </dgm:pt>
    <dgm:pt modelId="{B0193F75-0E35-400A-91AB-8A4EF313810F}" type="pres">
      <dgm:prSet presAssocID="{E5D1390B-55B1-40D5-9521-D678A49BA592}" presName="compNode" presStyleCnt="0"/>
      <dgm:spPr/>
    </dgm:pt>
    <dgm:pt modelId="{AB513D3C-FFB8-4994-9C2D-C0FC17186AA4}" type="pres">
      <dgm:prSet presAssocID="{E5D1390B-55B1-40D5-9521-D678A49BA592}" presName="bkgdShape" presStyleLbl="node1" presStyleIdx="5" presStyleCnt="8"/>
      <dgm:spPr/>
    </dgm:pt>
    <dgm:pt modelId="{5F8425A8-F80A-4122-8E60-5373DBAA54A2}" type="pres">
      <dgm:prSet presAssocID="{E5D1390B-55B1-40D5-9521-D678A49BA592}" presName="nodeTx" presStyleLbl="node1" presStyleIdx="5" presStyleCnt="8">
        <dgm:presLayoutVars>
          <dgm:bulletEnabled val="1"/>
        </dgm:presLayoutVars>
      </dgm:prSet>
      <dgm:spPr/>
    </dgm:pt>
    <dgm:pt modelId="{3956B6B9-56C7-447F-9A66-C849583AA955}" type="pres">
      <dgm:prSet presAssocID="{E5D1390B-55B1-40D5-9521-D678A49BA592}" presName="invisiNode" presStyleLbl="node1" presStyleIdx="5" presStyleCnt="8"/>
      <dgm:spPr/>
    </dgm:pt>
    <dgm:pt modelId="{FEDE8199-B7D1-4874-922A-8BBBB76A09DD}" type="pres">
      <dgm:prSet presAssocID="{E5D1390B-55B1-40D5-9521-D678A49BA592}" presName="imagNode" presStyleLbl="fgImgPlace1" presStyleIdx="5" presStyleCnt="8"/>
      <dgm:spPr>
        <a:blipFill>
          <a:blip xmlns:r="http://schemas.openxmlformats.org/officeDocument/2006/relationships" r:embed="rId8"/>
          <a:srcRect/>
          <a:stretch>
            <a:fillRect l="-30000" r="-30000"/>
          </a:stretch>
        </a:blipFill>
      </dgm:spPr>
    </dgm:pt>
    <dgm:pt modelId="{7C9CC304-A196-43B8-BE92-D004F627EDBB}" type="pres">
      <dgm:prSet presAssocID="{595544E7-C2DC-4462-B927-0237B476D79F}" presName="sibTrans" presStyleLbl="sibTrans2D1" presStyleIdx="0" presStyleCnt="0"/>
      <dgm:spPr/>
    </dgm:pt>
    <dgm:pt modelId="{09E2700E-91C8-4597-83C9-32FFD871912D}" type="pres">
      <dgm:prSet presAssocID="{6B96CC21-7B5B-4163-936E-BF5A3F45CEBA}" presName="compNode" presStyleCnt="0"/>
      <dgm:spPr/>
    </dgm:pt>
    <dgm:pt modelId="{A6DE9EF0-8FB8-405F-81C4-4EFCBB9F392D}" type="pres">
      <dgm:prSet presAssocID="{6B96CC21-7B5B-4163-936E-BF5A3F45CEBA}" presName="bkgdShape" presStyleLbl="node1" presStyleIdx="6" presStyleCnt="8"/>
      <dgm:spPr/>
    </dgm:pt>
    <dgm:pt modelId="{2507BD23-C81A-4B47-8790-B369DFCE7AEF}" type="pres">
      <dgm:prSet presAssocID="{6B96CC21-7B5B-4163-936E-BF5A3F45CEBA}" presName="nodeTx" presStyleLbl="node1" presStyleIdx="6" presStyleCnt="8">
        <dgm:presLayoutVars>
          <dgm:bulletEnabled val="1"/>
        </dgm:presLayoutVars>
      </dgm:prSet>
      <dgm:spPr/>
    </dgm:pt>
    <dgm:pt modelId="{1A014445-FC9D-443C-9CE9-0D2F32A11D11}" type="pres">
      <dgm:prSet presAssocID="{6B96CC21-7B5B-4163-936E-BF5A3F45CEBA}" presName="invisiNode" presStyleLbl="node1" presStyleIdx="6" presStyleCnt="8"/>
      <dgm:spPr/>
    </dgm:pt>
    <dgm:pt modelId="{7E5E3FDF-7C9C-4C70-A4B0-514907D76E67}" type="pres">
      <dgm:prSet presAssocID="{6B96CC21-7B5B-4163-936E-BF5A3F45CEBA}" presName="imagNode" presStyleLbl="fgImgPlace1" presStyleIdx="6" presStyleCnt="8"/>
      <dgm:spPr>
        <a:blipFill>
          <a:blip xmlns:r="http://schemas.openxmlformats.org/officeDocument/2006/relationships" r:embed="rId9"/>
          <a:srcRect/>
          <a:stretch>
            <a:fillRect l="-38000" r="-38000"/>
          </a:stretch>
        </a:blipFill>
      </dgm:spPr>
    </dgm:pt>
    <dgm:pt modelId="{D575AAD1-AC6E-46B7-A0A6-551C56B56E83}" type="pres">
      <dgm:prSet presAssocID="{9D729ABF-702F-4044-A1D7-34052656CB6B}" presName="sibTrans" presStyleLbl="sibTrans2D1" presStyleIdx="0" presStyleCnt="0"/>
      <dgm:spPr/>
    </dgm:pt>
    <dgm:pt modelId="{8E4E345D-0206-4E8A-8603-AC2EFB9AA02D}" type="pres">
      <dgm:prSet presAssocID="{E2702874-C77C-480E-85DC-6C0D90313370}" presName="compNode" presStyleCnt="0"/>
      <dgm:spPr/>
    </dgm:pt>
    <dgm:pt modelId="{29EFF0B7-2EDD-46DB-949F-DBB03244792F}" type="pres">
      <dgm:prSet presAssocID="{E2702874-C77C-480E-85DC-6C0D90313370}" presName="bkgdShape" presStyleLbl="node1" presStyleIdx="7" presStyleCnt="8"/>
      <dgm:spPr/>
    </dgm:pt>
    <dgm:pt modelId="{3E70EE24-9EF9-4103-8FC8-21BE2A9DB257}" type="pres">
      <dgm:prSet presAssocID="{E2702874-C77C-480E-85DC-6C0D90313370}" presName="nodeTx" presStyleLbl="node1" presStyleIdx="7" presStyleCnt="8">
        <dgm:presLayoutVars>
          <dgm:bulletEnabled val="1"/>
        </dgm:presLayoutVars>
      </dgm:prSet>
      <dgm:spPr/>
    </dgm:pt>
    <dgm:pt modelId="{720FF63B-E14E-40AA-8BE1-F882823D5DC2}" type="pres">
      <dgm:prSet presAssocID="{E2702874-C77C-480E-85DC-6C0D90313370}" presName="invisiNode" presStyleLbl="node1" presStyleIdx="7" presStyleCnt="8"/>
      <dgm:spPr/>
    </dgm:pt>
    <dgm:pt modelId="{524F03A7-7957-462A-9EDA-600079587AF2}" type="pres">
      <dgm:prSet presAssocID="{E2702874-C77C-480E-85DC-6C0D90313370}" presName="imagNode" presStyleLbl="fgImgPlace1" presStyleIdx="7" presStyleCnt="8"/>
      <dgm:spPr>
        <a:blipFill dpi="0" rotWithShape="1"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/>
          <a:stretch>
            <a:fillRect/>
          </a:stretch>
        </a:blipFill>
      </dgm:spPr>
    </dgm:pt>
  </dgm:ptLst>
  <dgm:cxnLst>
    <dgm:cxn modelId="{5791C203-6EED-4B69-A653-CC95CF77E984}" srcId="{47F0F510-B89B-42CC-988B-B82960C0BEFC}" destId="{E5D1390B-55B1-40D5-9521-D678A49BA592}" srcOrd="5" destOrd="0" parTransId="{DB25546C-CF0E-4700-A80D-AF5946BD4DC7}" sibTransId="{595544E7-C2DC-4462-B927-0237B476D79F}"/>
    <dgm:cxn modelId="{D1C6E809-D96B-4638-AF8D-E0A9F2F1E30F}" srcId="{47F0F510-B89B-42CC-988B-B82960C0BEFC}" destId="{26D47877-284A-4B1D-A8AC-B155D605110E}" srcOrd="4" destOrd="0" parTransId="{A52CF4A3-E665-49A2-80AC-3FE96DEBF1D1}" sibTransId="{B51E9582-881A-4988-920A-C69546969461}"/>
    <dgm:cxn modelId="{F3EE5514-8CAE-4B7E-88BD-2EE181E16FEE}" type="presOf" srcId="{056F1EB4-42FE-4359-8E11-FF6715118BD1}" destId="{61BA98A5-6B70-4378-8840-5DBF6BE1091E}" srcOrd="0" destOrd="0" presId="urn:microsoft.com/office/officeart/2005/8/layout/hList7"/>
    <dgm:cxn modelId="{1FE4F914-4608-4757-92C0-5D79807E974E}" type="presOf" srcId="{F271A038-1512-485B-BE7C-93FB46716E3C}" destId="{DE6A5E80-79DC-41EB-AAE0-1A8F935C476D}" srcOrd="1" destOrd="0" presId="urn:microsoft.com/office/officeart/2005/8/layout/hList7"/>
    <dgm:cxn modelId="{0C307C1B-8CCA-43D1-95D6-5B7950F5A607}" type="presOf" srcId="{E5D1390B-55B1-40D5-9521-D678A49BA592}" destId="{AB513D3C-FFB8-4994-9C2D-C0FC17186AA4}" srcOrd="0" destOrd="0" presId="urn:microsoft.com/office/officeart/2005/8/layout/hList7"/>
    <dgm:cxn modelId="{521B3E21-057B-4050-A7A9-C98C97A14A7F}" type="presOf" srcId="{A4AB43F9-7E36-456E-93FA-B203E5DC73F3}" destId="{93761206-2087-4A10-BD41-D91DB8B2EDF0}" srcOrd="1" destOrd="0" presId="urn:microsoft.com/office/officeart/2005/8/layout/hList7"/>
    <dgm:cxn modelId="{B3009427-3930-4F63-B888-6029C48DE92A}" type="presOf" srcId="{E2702874-C77C-480E-85DC-6C0D90313370}" destId="{29EFF0B7-2EDD-46DB-949F-DBB03244792F}" srcOrd="0" destOrd="0" presId="urn:microsoft.com/office/officeart/2005/8/layout/hList7"/>
    <dgm:cxn modelId="{DB23F640-CA48-423B-891D-9FE4F962E998}" type="presOf" srcId="{26D47877-284A-4B1D-A8AC-B155D605110E}" destId="{22D48979-48B7-4A10-A321-1CF31180A9D1}" srcOrd="1" destOrd="0" presId="urn:microsoft.com/office/officeart/2005/8/layout/hList7"/>
    <dgm:cxn modelId="{A0304560-92C6-40DC-92FC-3B030CFB8318}" srcId="{47F0F510-B89B-42CC-988B-B82960C0BEFC}" destId="{6B96CC21-7B5B-4163-936E-BF5A3F45CEBA}" srcOrd="6" destOrd="0" parTransId="{4377CDDE-FE7C-45D5-9349-523B521A96E1}" sibTransId="{9D729ABF-702F-4044-A1D7-34052656CB6B}"/>
    <dgm:cxn modelId="{97129F44-3DE6-447A-8EF5-61F0284F5A7E}" type="presOf" srcId="{6B96CC21-7B5B-4163-936E-BF5A3F45CEBA}" destId="{2507BD23-C81A-4B47-8790-B369DFCE7AEF}" srcOrd="1" destOrd="0" presId="urn:microsoft.com/office/officeart/2005/8/layout/hList7"/>
    <dgm:cxn modelId="{C45D3C65-1F30-4278-8566-F041B428B0D3}" srcId="{47F0F510-B89B-42CC-988B-B82960C0BEFC}" destId="{A65509B8-1F17-46E2-9CC2-4491DFCE7372}" srcOrd="1" destOrd="0" parTransId="{9E7FD25E-AC91-4BEF-BBC4-3B386EE11C0E}" sibTransId="{6D7DDCC7-1CE2-4A13-8CA6-C3B7F3C1BC11}"/>
    <dgm:cxn modelId="{FBADA85A-AC0B-4B35-8D91-3FFED13E4C8A}" type="presOf" srcId="{23C976A2-59BE-4591-84EF-4E92401A4163}" destId="{CECBDE1A-5D1F-425B-B79B-E39F143D21C1}" srcOrd="1" destOrd="0" presId="urn:microsoft.com/office/officeart/2005/8/layout/hList7"/>
    <dgm:cxn modelId="{C7CDCB7B-510B-4E6E-BF4B-939C9C487C17}" srcId="{47F0F510-B89B-42CC-988B-B82960C0BEFC}" destId="{23C976A2-59BE-4591-84EF-4E92401A4163}" srcOrd="0" destOrd="0" parTransId="{BD0AAD7F-27EF-4CAF-A3B8-B245B2E5DC3C}" sibTransId="{15C309EC-C577-47CD-9C2F-2DD757DBB5A1}"/>
    <dgm:cxn modelId="{5658B480-31F4-4AF8-B166-9CFB172A050D}" type="presOf" srcId="{23C976A2-59BE-4591-84EF-4E92401A4163}" destId="{F47899A8-E0AD-499D-A58A-A052A8EFF67D}" srcOrd="0" destOrd="0" presId="urn:microsoft.com/office/officeart/2005/8/layout/hList7"/>
    <dgm:cxn modelId="{C18CDA82-B3C9-4B24-B3AE-5C0A9045524C}" type="presOf" srcId="{6D7DDCC7-1CE2-4A13-8CA6-C3B7F3C1BC11}" destId="{1362628C-2BAF-44C1-B82C-9A90648BCEF4}" srcOrd="0" destOrd="0" presId="urn:microsoft.com/office/officeart/2005/8/layout/hList7"/>
    <dgm:cxn modelId="{C7057783-3A94-4E0C-B390-2AA3CC200017}" type="presOf" srcId="{C5FA30B3-1BFF-442C-978C-7BD532DF81E7}" destId="{A677FF57-B281-4277-A608-7E4804C7BF34}" srcOrd="0" destOrd="0" presId="urn:microsoft.com/office/officeart/2005/8/layout/hList7"/>
    <dgm:cxn modelId="{F76CDF8F-0A5B-411D-9D89-B4A77A33EB1D}" type="presOf" srcId="{B51E9582-881A-4988-920A-C69546969461}" destId="{DDC63642-3871-4DA1-B8DA-7D5FCDC6B435}" srcOrd="0" destOrd="0" presId="urn:microsoft.com/office/officeart/2005/8/layout/hList7"/>
    <dgm:cxn modelId="{85D72995-F38B-46E5-9433-41249CD1DEDE}" type="presOf" srcId="{9D729ABF-702F-4044-A1D7-34052656CB6B}" destId="{D575AAD1-AC6E-46B7-A0A6-551C56B56E83}" srcOrd="0" destOrd="0" presId="urn:microsoft.com/office/officeart/2005/8/layout/hList7"/>
    <dgm:cxn modelId="{969CCC9E-C363-4CD0-861B-3597DA8BBCFD}" type="presOf" srcId="{15C309EC-C577-47CD-9C2F-2DD757DBB5A1}" destId="{2CE5B086-3A91-4EE8-92CD-25F94EA8AD9B}" srcOrd="0" destOrd="0" presId="urn:microsoft.com/office/officeart/2005/8/layout/hList7"/>
    <dgm:cxn modelId="{EC864FB3-7495-4757-B83A-26838B5AB741}" type="presOf" srcId="{A65509B8-1F17-46E2-9CC2-4491DFCE7372}" destId="{6B177ECB-9BBD-47D1-A395-6263964C8332}" srcOrd="0" destOrd="0" presId="urn:microsoft.com/office/officeart/2005/8/layout/hList7"/>
    <dgm:cxn modelId="{8FAF75B9-FDB0-4C6F-9D43-8E7BEFDE2C1D}" type="presOf" srcId="{F271A038-1512-485B-BE7C-93FB46716E3C}" destId="{65BBD15F-20CE-43E0-B279-AC7160F4E507}" srcOrd="0" destOrd="0" presId="urn:microsoft.com/office/officeart/2005/8/layout/hList7"/>
    <dgm:cxn modelId="{32D978BA-6EF5-49BA-BF07-8107675CEEFF}" srcId="{47F0F510-B89B-42CC-988B-B82960C0BEFC}" destId="{E2702874-C77C-480E-85DC-6C0D90313370}" srcOrd="7" destOrd="0" parTransId="{7927D0E7-F6F9-4B93-9D3A-940DFD9DF7B3}" sibTransId="{D1078883-F092-4CD0-890C-FE4CDC740CD6}"/>
    <dgm:cxn modelId="{8289A3CB-9810-4109-B489-91D5AEBE728A}" type="presOf" srcId="{E2702874-C77C-480E-85DC-6C0D90313370}" destId="{3E70EE24-9EF9-4103-8FC8-21BE2A9DB257}" srcOrd="1" destOrd="0" presId="urn:microsoft.com/office/officeart/2005/8/layout/hList7"/>
    <dgm:cxn modelId="{BBBE78CD-78A4-43D6-A736-5E25B9220230}" type="presOf" srcId="{47F0F510-B89B-42CC-988B-B82960C0BEFC}" destId="{A3514D65-8A03-4804-9940-95F786C0034F}" srcOrd="0" destOrd="0" presId="urn:microsoft.com/office/officeart/2005/8/layout/hList7"/>
    <dgm:cxn modelId="{72D324D8-89DF-4B69-B727-67F8C1A1DDAA}" type="presOf" srcId="{6B96CC21-7B5B-4163-936E-BF5A3F45CEBA}" destId="{A6DE9EF0-8FB8-405F-81C4-4EFCBB9F392D}" srcOrd="0" destOrd="0" presId="urn:microsoft.com/office/officeart/2005/8/layout/hList7"/>
    <dgm:cxn modelId="{91D8EDDB-E670-4539-B6FE-AC6C2AD051F1}" type="presOf" srcId="{26D47877-284A-4B1D-A8AC-B155D605110E}" destId="{E831DCA1-AF3C-4175-8A21-5AB93D920059}" srcOrd="0" destOrd="0" presId="urn:microsoft.com/office/officeart/2005/8/layout/hList7"/>
    <dgm:cxn modelId="{39520EDE-892E-4539-A2CF-958C74943F87}" type="presOf" srcId="{595544E7-C2DC-4462-B927-0237B476D79F}" destId="{7C9CC304-A196-43B8-BE92-D004F627EDBB}" srcOrd="0" destOrd="0" presId="urn:microsoft.com/office/officeart/2005/8/layout/hList7"/>
    <dgm:cxn modelId="{AB089FE4-D73D-46BC-8D0A-2489BDC81201}" type="presOf" srcId="{A4AB43F9-7E36-456E-93FA-B203E5DC73F3}" destId="{79533B52-EB52-40D1-AE92-41B40F9D512E}" srcOrd="0" destOrd="0" presId="urn:microsoft.com/office/officeart/2005/8/layout/hList7"/>
    <dgm:cxn modelId="{501C94E5-278B-49D9-AA67-5CE5907AF03A}" type="presOf" srcId="{A65509B8-1F17-46E2-9CC2-4491DFCE7372}" destId="{9ED951F1-37D5-4063-BB01-A5A6AA750815}" srcOrd="1" destOrd="0" presId="urn:microsoft.com/office/officeart/2005/8/layout/hList7"/>
    <dgm:cxn modelId="{5F35ECE5-BC79-4BFA-93B7-AB45668630C3}" srcId="{47F0F510-B89B-42CC-988B-B82960C0BEFC}" destId="{F271A038-1512-485B-BE7C-93FB46716E3C}" srcOrd="3" destOrd="0" parTransId="{3D5DC798-CCF4-49DE-A04A-F63ED115C743}" sibTransId="{C5FA30B3-1BFF-442C-978C-7BD532DF81E7}"/>
    <dgm:cxn modelId="{02F8AFEB-F7E9-444E-8FB7-350BB9C186EA}" srcId="{47F0F510-B89B-42CC-988B-B82960C0BEFC}" destId="{A4AB43F9-7E36-456E-93FA-B203E5DC73F3}" srcOrd="2" destOrd="0" parTransId="{74492018-74C2-4C21-BD3A-BF3BDB9F15AE}" sibTransId="{056F1EB4-42FE-4359-8E11-FF6715118BD1}"/>
    <dgm:cxn modelId="{AB6E58FA-D990-42E6-923D-91C593578C16}" type="presOf" srcId="{E5D1390B-55B1-40D5-9521-D678A49BA592}" destId="{5F8425A8-F80A-4122-8E60-5373DBAA54A2}" srcOrd="1" destOrd="0" presId="urn:microsoft.com/office/officeart/2005/8/layout/hList7"/>
    <dgm:cxn modelId="{E67AFB98-5E2C-493F-9691-01E2E486F8BD}" type="presParOf" srcId="{A3514D65-8A03-4804-9940-95F786C0034F}" destId="{915A06EC-4AA3-4AB3-A7C9-2C37D7FB14D5}" srcOrd="0" destOrd="0" presId="urn:microsoft.com/office/officeart/2005/8/layout/hList7"/>
    <dgm:cxn modelId="{767256D8-C5D4-4AF0-9D87-574708733382}" type="presParOf" srcId="{A3514D65-8A03-4804-9940-95F786C0034F}" destId="{1055713D-570A-40A8-A8C4-5976330B3585}" srcOrd="1" destOrd="0" presId="urn:microsoft.com/office/officeart/2005/8/layout/hList7"/>
    <dgm:cxn modelId="{CB3E1D75-3BA6-4D5A-B91D-1CB567F9CB8D}" type="presParOf" srcId="{1055713D-570A-40A8-A8C4-5976330B3585}" destId="{B5A66EE7-8078-4B32-93C6-0EFEF81DEC5E}" srcOrd="0" destOrd="0" presId="urn:microsoft.com/office/officeart/2005/8/layout/hList7"/>
    <dgm:cxn modelId="{00B76E4C-4316-4BDB-B572-3C1466EE1560}" type="presParOf" srcId="{B5A66EE7-8078-4B32-93C6-0EFEF81DEC5E}" destId="{F47899A8-E0AD-499D-A58A-A052A8EFF67D}" srcOrd="0" destOrd="0" presId="urn:microsoft.com/office/officeart/2005/8/layout/hList7"/>
    <dgm:cxn modelId="{6138E079-1F0A-473D-9C21-C4E9FD5A3E66}" type="presParOf" srcId="{B5A66EE7-8078-4B32-93C6-0EFEF81DEC5E}" destId="{CECBDE1A-5D1F-425B-B79B-E39F143D21C1}" srcOrd="1" destOrd="0" presId="urn:microsoft.com/office/officeart/2005/8/layout/hList7"/>
    <dgm:cxn modelId="{B6170E5E-8AD7-4C37-9BE2-5D5F613ADE4D}" type="presParOf" srcId="{B5A66EE7-8078-4B32-93C6-0EFEF81DEC5E}" destId="{68077D09-343B-421F-8F27-562DC8C89308}" srcOrd="2" destOrd="0" presId="urn:microsoft.com/office/officeart/2005/8/layout/hList7"/>
    <dgm:cxn modelId="{73DC5CEC-97EB-4011-BD45-A12048932984}" type="presParOf" srcId="{B5A66EE7-8078-4B32-93C6-0EFEF81DEC5E}" destId="{D3739D1E-9E43-4997-ADA9-17347E9C2360}" srcOrd="3" destOrd="0" presId="urn:microsoft.com/office/officeart/2005/8/layout/hList7"/>
    <dgm:cxn modelId="{3DD8B9E5-ACFD-41B7-A0C2-0736FECE7063}" type="presParOf" srcId="{1055713D-570A-40A8-A8C4-5976330B3585}" destId="{2CE5B086-3A91-4EE8-92CD-25F94EA8AD9B}" srcOrd="1" destOrd="0" presId="urn:microsoft.com/office/officeart/2005/8/layout/hList7"/>
    <dgm:cxn modelId="{DCF0E17F-D3F5-44F2-94AE-0231730D733D}" type="presParOf" srcId="{1055713D-570A-40A8-A8C4-5976330B3585}" destId="{C9B9035F-832D-4E20-8862-07C1606AC581}" srcOrd="2" destOrd="0" presId="urn:microsoft.com/office/officeart/2005/8/layout/hList7"/>
    <dgm:cxn modelId="{19DCDF9C-7A9D-433D-9626-34EBEAA63016}" type="presParOf" srcId="{C9B9035F-832D-4E20-8862-07C1606AC581}" destId="{6B177ECB-9BBD-47D1-A395-6263964C8332}" srcOrd="0" destOrd="0" presId="urn:microsoft.com/office/officeart/2005/8/layout/hList7"/>
    <dgm:cxn modelId="{1BF8C6FF-70DE-4F32-8F5A-D3B817AE77F2}" type="presParOf" srcId="{C9B9035F-832D-4E20-8862-07C1606AC581}" destId="{9ED951F1-37D5-4063-BB01-A5A6AA750815}" srcOrd="1" destOrd="0" presId="urn:microsoft.com/office/officeart/2005/8/layout/hList7"/>
    <dgm:cxn modelId="{83F5E786-C618-488E-873C-F00A8FA73BD2}" type="presParOf" srcId="{C9B9035F-832D-4E20-8862-07C1606AC581}" destId="{9C05FAA8-2144-4CCD-A560-6D2DD464C4DE}" srcOrd="2" destOrd="0" presId="urn:microsoft.com/office/officeart/2005/8/layout/hList7"/>
    <dgm:cxn modelId="{C392C88F-C90C-485B-ACAF-A7B89F5C24EE}" type="presParOf" srcId="{C9B9035F-832D-4E20-8862-07C1606AC581}" destId="{29EF4B05-B45C-47B0-81A6-C97FF3C6253F}" srcOrd="3" destOrd="0" presId="urn:microsoft.com/office/officeart/2005/8/layout/hList7"/>
    <dgm:cxn modelId="{B7D90ED5-4E87-458B-86A4-ABC94B643217}" type="presParOf" srcId="{1055713D-570A-40A8-A8C4-5976330B3585}" destId="{1362628C-2BAF-44C1-B82C-9A90648BCEF4}" srcOrd="3" destOrd="0" presId="urn:microsoft.com/office/officeart/2005/8/layout/hList7"/>
    <dgm:cxn modelId="{2A66BA64-7999-4AD1-8011-A2CEA7F52FDF}" type="presParOf" srcId="{1055713D-570A-40A8-A8C4-5976330B3585}" destId="{13916235-4C01-48B4-8177-4DA94D6AF6A1}" srcOrd="4" destOrd="0" presId="urn:microsoft.com/office/officeart/2005/8/layout/hList7"/>
    <dgm:cxn modelId="{46AB4C25-3711-4F4D-B656-530594D7C21F}" type="presParOf" srcId="{13916235-4C01-48B4-8177-4DA94D6AF6A1}" destId="{79533B52-EB52-40D1-AE92-41B40F9D512E}" srcOrd="0" destOrd="0" presId="urn:microsoft.com/office/officeart/2005/8/layout/hList7"/>
    <dgm:cxn modelId="{9E16D3C1-65C0-40DA-BE37-EAE643CA7477}" type="presParOf" srcId="{13916235-4C01-48B4-8177-4DA94D6AF6A1}" destId="{93761206-2087-4A10-BD41-D91DB8B2EDF0}" srcOrd="1" destOrd="0" presId="urn:microsoft.com/office/officeart/2005/8/layout/hList7"/>
    <dgm:cxn modelId="{4E871EE9-85C6-4653-B5BA-BCAA9D10C582}" type="presParOf" srcId="{13916235-4C01-48B4-8177-4DA94D6AF6A1}" destId="{9C3D6CD8-E7E1-4213-ADEA-893F262A44FD}" srcOrd="2" destOrd="0" presId="urn:microsoft.com/office/officeart/2005/8/layout/hList7"/>
    <dgm:cxn modelId="{75C78D70-CF87-412E-827E-32DB8BDF0965}" type="presParOf" srcId="{13916235-4C01-48B4-8177-4DA94D6AF6A1}" destId="{C48907A8-38AC-42B8-A290-6EBB90144D89}" srcOrd="3" destOrd="0" presId="urn:microsoft.com/office/officeart/2005/8/layout/hList7"/>
    <dgm:cxn modelId="{EEBEAE72-AB2B-47D7-A254-29DBDBA048E8}" type="presParOf" srcId="{1055713D-570A-40A8-A8C4-5976330B3585}" destId="{61BA98A5-6B70-4378-8840-5DBF6BE1091E}" srcOrd="5" destOrd="0" presId="urn:microsoft.com/office/officeart/2005/8/layout/hList7"/>
    <dgm:cxn modelId="{96E0E519-3222-42AE-B154-34BD0817C037}" type="presParOf" srcId="{1055713D-570A-40A8-A8C4-5976330B3585}" destId="{04ABE04F-2C8C-420D-9C9E-3292CDBC4CDE}" srcOrd="6" destOrd="0" presId="urn:microsoft.com/office/officeart/2005/8/layout/hList7"/>
    <dgm:cxn modelId="{B220B5F3-ED63-48AD-9D4C-4B35779113E2}" type="presParOf" srcId="{04ABE04F-2C8C-420D-9C9E-3292CDBC4CDE}" destId="{65BBD15F-20CE-43E0-B279-AC7160F4E507}" srcOrd="0" destOrd="0" presId="urn:microsoft.com/office/officeart/2005/8/layout/hList7"/>
    <dgm:cxn modelId="{81E08CEA-77AC-40CE-A006-288CCBFDFA4F}" type="presParOf" srcId="{04ABE04F-2C8C-420D-9C9E-3292CDBC4CDE}" destId="{DE6A5E80-79DC-41EB-AAE0-1A8F935C476D}" srcOrd="1" destOrd="0" presId="urn:microsoft.com/office/officeart/2005/8/layout/hList7"/>
    <dgm:cxn modelId="{154935EB-896A-4B40-8E78-7987534F7A26}" type="presParOf" srcId="{04ABE04F-2C8C-420D-9C9E-3292CDBC4CDE}" destId="{0EEECC9C-FB50-4705-AD09-2FBA4820B3A4}" srcOrd="2" destOrd="0" presId="urn:microsoft.com/office/officeart/2005/8/layout/hList7"/>
    <dgm:cxn modelId="{814A0D3A-6DE3-4487-BF0B-EE2F916BAC24}" type="presParOf" srcId="{04ABE04F-2C8C-420D-9C9E-3292CDBC4CDE}" destId="{27E26100-5BBA-449A-BC6B-B7BBAFB63BE0}" srcOrd="3" destOrd="0" presId="urn:microsoft.com/office/officeart/2005/8/layout/hList7"/>
    <dgm:cxn modelId="{E6ACA6DF-AAFF-4DDC-AB6A-7E913D39A4FD}" type="presParOf" srcId="{1055713D-570A-40A8-A8C4-5976330B3585}" destId="{A677FF57-B281-4277-A608-7E4804C7BF34}" srcOrd="7" destOrd="0" presId="urn:microsoft.com/office/officeart/2005/8/layout/hList7"/>
    <dgm:cxn modelId="{9C0E17D6-A71C-4626-BBC4-31544EA4B128}" type="presParOf" srcId="{1055713D-570A-40A8-A8C4-5976330B3585}" destId="{A5A3CDD2-AE24-4BFC-BEF2-B9A1AB1EFB58}" srcOrd="8" destOrd="0" presId="urn:microsoft.com/office/officeart/2005/8/layout/hList7"/>
    <dgm:cxn modelId="{A5B5A85A-0925-40CF-8EA4-BB2E1A03227A}" type="presParOf" srcId="{A5A3CDD2-AE24-4BFC-BEF2-B9A1AB1EFB58}" destId="{E831DCA1-AF3C-4175-8A21-5AB93D920059}" srcOrd="0" destOrd="0" presId="urn:microsoft.com/office/officeart/2005/8/layout/hList7"/>
    <dgm:cxn modelId="{DE6F17AA-4300-4FD5-B923-203F54B1CC71}" type="presParOf" srcId="{A5A3CDD2-AE24-4BFC-BEF2-B9A1AB1EFB58}" destId="{22D48979-48B7-4A10-A321-1CF31180A9D1}" srcOrd="1" destOrd="0" presId="urn:microsoft.com/office/officeart/2005/8/layout/hList7"/>
    <dgm:cxn modelId="{DD534A2B-EFCC-4DF0-A031-510EC70E8ECF}" type="presParOf" srcId="{A5A3CDD2-AE24-4BFC-BEF2-B9A1AB1EFB58}" destId="{72DB1C2D-DB3A-43E0-8D7C-333B0797BCBB}" srcOrd="2" destOrd="0" presId="urn:microsoft.com/office/officeart/2005/8/layout/hList7"/>
    <dgm:cxn modelId="{DCE379C6-DCD7-4EA2-8199-7ADAD6BD6C4A}" type="presParOf" srcId="{A5A3CDD2-AE24-4BFC-BEF2-B9A1AB1EFB58}" destId="{40655C5A-99ED-4D77-8E6A-9F2C858D1E80}" srcOrd="3" destOrd="0" presId="urn:microsoft.com/office/officeart/2005/8/layout/hList7"/>
    <dgm:cxn modelId="{1288FC9E-9F8A-41F6-A68E-3F72CF82B46F}" type="presParOf" srcId="{1055713D-570A-40A8-A8C4-5976330B3585}" destId="{DDC63642-3871-4DA1-B8DA-7D5FCDC6B435}" srcOrd="9" destOrd="0" presId="urn:microsoft.com/office/officeart/2005/8/layout/hList7"/>
    <dgm:cxn modelId="{46863B3E-E4A9-4E34-9B9D-7D10DEB543B1}" type="presParOf" srcId="{1055713D-570A-40A8-A8C4-5976330B3585}" destId="{B0193F75-0E35-400A-91AB-8A4EF313810F}" srcOrd="10" destOrd="0" presId="urn:microsoft.com/office/officeart/2005/8/layout/hList7"/>
    <dgm:cxn modelId="{A246E189-E83A-41DC-B952-602362ECD99C}" type="presParOf" srcId="{B0193F75-0E35-400A-91AB-8A4EF313810F}" destId="{AB513D3C-FFB8-4994-9C2D-C0FC17186AA4}" srcOrd="0" destOrd="0" presId="urn:microsoft.com/office/officeart/2005/8/layout/hList7"/>
    <dgm:cxn modelId="{E9B6CA6F-6C46-44FD-B87F-E560345B5B8E}" type="presParOf" srcId="{B0193F75-0E35-400A-91AB-8A4EF313810F}" destId="{5F8425A8-F80A-4122-8E60-5373DBAA54A2}" srcOrd="1" destOrd="0" presId="urn:microsoft.com/office/officeart/2005/8/layout/hList7"/>
    <dgm:cxn modelId="{C526EAD8-E637-457F-B619-CFFCB938498F}" type="presParOf" srcId="{B0193F75-0E35-400A-91AB-8A4EF313810F}" destId="{3956B6B9-56C7-447F-9A66-C849583AA955}" srcOrd="2" destOrd="0" presId="urn:microsoft.com/office/officeart/2005/8/layout/hList7"/>
    <dgm:cxn modelId="{50216361-7852-409B-982A-0D01391ADB42}" type="presParOf" srcId="{B0193F75-0E35-400A-91AB-8A4EF313810F}" destId="{FEDE8199-B7D1-4874-922A-8BBBB76A09DD}" srcOrd="3" destOrd="0" presId="urn:microsoft.com/office/officeart/2005/8/layout/hList7"/>
    <dgm:cxn modelId="{1AB6A294-29AB-4738-86B1-A581CD5E9DAB}" type="presParOf" srcId="{1055713D-570A-40A8-A8C4-5976330B3585}" destId="{7C9CC304-A196-43B8-BE92-D004F627EDBB}" srcOrd="11" destOrd="0" presId="urn:microsoft.com/office/officeart/2005/8/layout/hList7"/>
    <dgm:cxn modelId="{14085542-717F-4127-8390-8C17FEA03A6A}" type="presParOf" srcId="{1055713D-570A-40A8-A8C4-5976330B3585}" destId="{09E2700E-91C8-4597-83C9-32FFD871912D}" srcOrd="12" destOrd="0" presId="urn:microsoft.com/office/officeart/2005/8/layout/hList7"/>
    <dgm:cxn modelId="{5971AE94-2F7F-43AB-8BB1-69052F66EDA3}" type="presParOf" srcId="{09E2700E-91C8-4597-83C9-32FFD871912D}" destId="{A6DE9EF0-8FB8-405F-81C4-4EFCBB9F392D}" srcOrd="0" destOrd="0" presId="urn:microsoft.com/office/officeart/2005/8/layout/hList7"/>
    <dgm:cxn modelId="{EAD89EDB-E31C-4C7A-B009-D01F65B20595}" type="presParOf" srcId="{09E2700E-91C8-4597-83C9-32FFD871912D}" destId="{2507BD23-C81A-4B47-8790-B369DFCE7AEF}" srcOrd="1" destOrd="0" presId="urn:microsoft.com/office/officeart/2005/8/layout/hList7"/>
    <dgm:cxn modelId="{C1CADC6D-ADDE-446C-A19C-43215923FCE0}" type="presParOf" srcId="{09E2700E-91C8-4597-83C9-32FFD871912D}" destId="{1A014445-FC9D-443C-9CE9-0D2F32A11D11}" srcOrd="2" destOrd="0" presId="urn:microsoft.com/office/officeart/2005/8/layout/hList7"/>
    <dgm:cxn modelId="{EDAD3371-E3BE-4BAD-BA0E-9C52A3377E08}" type="presParOf" srcId="{09E2700E-91C8-4597-83C9-32FFD871912D}" destId="{7E5E3FDF-7C9C-4C70-A4B0-514907D76E67}" srcOrd="3" destOrd="0" presId="urn:microsoft.com/office/officeart/2005/8/layout/hList7"/>
    <dgm:cxn modelId="{28B53F5B-B5FF-4C44-88B6-9AB72C287A2C}" type="presParOf" srcId="{1055713D-570A-40A8-A8C4-5976330B3585}" destId="{D575AAD1-AC6E-46B7-A0A6-551C56B56E83}" srcOrd="13" destOrd="0" presId="urn:microsoft.com/office/officeart/2005/8/layout/hList7"/>
    <dgm:cxn modelId="{2ECDC4C3-D0D8-4956-9F04-970932243AB0}" type="presParOf" srcId="{1055713D-570A-40A8-A8C4-5976330B3585}" destId="{8E4E345D-0206-4E8A-8603-AC2EFB9AA02D}" srcOrd="14" destOrd="0" presId="urn:microsoft.com/office/officeart/2005/8/layout/hList7"/>
    <dgm:cxn modelId="{A7515137-E1F9-4348-851C-25C7D74FB7EF}" type="presParOf" srcId="{8E4E345D-0206-4E8A-8603-AC2EFB9AA02D}" destId="{29EFF0B7-2EDD-46DB-949F-DBB03244792F}" srcOrd="0" destOrd="0" presId="urn:microsoft.com/office/officeart/2005/8/layout/hList7"/>
    <dgm:cxn modelId="{BCEB52A2-603B-46CA-B5AE-2AA9E47E4C32}" type="presParOf" srcId="{8E4E345D-0206-4E8A-8603-AC2EFB9AA02D}" destId="{3E70EE24-9EF9-4103-8FC8-21BE2A9DB257}" srcOrd="1" destOrd="0" presId="urn:microsoft.com/office/officeart/2005/8/layout/hList7"/>
    <dgm:cxn modelId="{202E7E8C-A581-42B2-9AFD-0C5368A66B80}" type="presParOf" srcId="{8E4E345D-0206-4E8A-8603-AC2EFB9AA02D}" destId="{720FF63B-E14E-40AA-8BE1-F882823D5DC2}" srcOrd="2" destOrd="0" presId="urn:microsoft.com/office/officeart/2005/8/layout/hList7"/>
    <dgm:cxn modelId="{CE72DEE3-6288-408E-8CF8-2087D52F46C1}" type="presParOf" srcId="{8E4E345D-0206-4E8A-8603-AC2EFB9AA02D}" destId="{524F03A7-7957-462A-9EDA-600079587AF2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9EB31C4-359E-40F6-96C6-6D63BF40AF59}" type="doc">
      <dgm:prSet loTypeId="urn:microsoft.com/office/officeart/2024/layout/NumberedLinearArrowProcess#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EDB7E38-840F-4B96-979C-A925512A6238}">
      <dgm:prSet phldrT="[Text]"/>
      <dgm:spPr/>
      <dgm:t>
        <a:bodyPr/>
        <a:lstStyle/>
        <a:p>
          <a:r>
            <a:rPr lang="en-US" b="1" dirty="0">
              <a:solidFill>
                <a:srgbClr val="0B1F3A"/>
              </a:solidFill>
            </a:rPr>
            <a:t>Loader Selection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PDF → </a:t>
          </a:r>
          <a:r>
            <a:rPr lang="en-US" dirty="0" err="1">
              <a:solidFill>
                <a:srgbClr val="1F2937"/>
              </a:solidFill>
            </a:rPr>
            <a:t>PyPDFLoader</a:t>
          </a:r>
          <a:r>
            <a:rPr lang="en-US" dirty="0">
              <a:solidFill>
                <a:srgbClr val="1F2937"/>
              </a:solidFill>
            </a:rPr>
            <a:t>, DOCX → Docx2txtLoader, Images → multimodal pipeline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Why: Choose loader by file type so source semantics are preserved.</a:t>
          </a:r>
          <a:endParaRPr lang="en-IN" dirty="0"/>
        </a:p>
      </dgm:t>
    </dgm:pt>
    <dgm:pt modelId="{9D5FC05A-C9AB-4CCF-AA04-6CCE0240EF3D}" type="parTrans" cxnId="{4EBAB564-D67E-4C88-A242-A6BEE7924174}">
      <dgm:prSet/>
      <dgm:spPr/>
      <dgm:t>
        <a:bodyPr/>
        <a:lstStyle/>
        <a:p>
          <a:endParaRPr lang="en-IN"/>
        </a:p>
      </dgm:t>
    </dgm:pt>
    <dgm:pt modelId="{D9E5EF01-55A8-4E8C-BF70-0EEA788EB9E6}" type="sibTrans" cxnId="{4EBAB564-D67E-4C88-A242-A6BEE7924174}">
      <dgm:prSet phldrT="1" phldr="0"/>
      <dgm:spPr/>
      <dgm:t>
        <a:bodyPr/>
        <a:lstStyle/>
        <a:p>
          <a:r>
            <a:t>1</a:t>
          </a:r>
        </a:p>
      </dgm:t>
    </dgm:pt>
    <dgm:pt modelId="{A1CCFA10-D8E3-48B2-BFC2-4E342BFF57C6}">
      <dgm:prSet phldrT="[Text]"/>
      <dgm:spPr/>
      <dgm:t>
        <a:bodyPr/>
        <a:lstStyle/>
        <a:p>
          <a:r>
            <a:rPr lang="en-US" b="1" dirty="0">
              <a:solidFill>
                <a:srgbClr val="0B1F3A"/>
              </a:solidFill>
            </a:rPr>
            <a:t>Text + Vision Extraction</a:t>
          </a:r>
          <a:endParaRPr lang="en-US" dirty="0"/>
        </a:p>
        <a:p>
          <a:r>
            <a:rPr lang="en-US" dirty="0" err="1">
              <a:solidFill>
                <a:srgbClr val="1F2937"/>
              </a:solidFill>
            </a:rPr>
            <a:t>EasyOCR</a:t>
          </a:r>
          <a:r>
            <a:rPr lang="en-US" dirty="0">
              <a:solidFill>
                <a:srgbClr val="1F2937"/>
              </a:solidFill>
            </a:rPr>
            <a:t> + Llama 4 Scout Vision + GPT-OSS report analyzer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Why: OCR handles visible text; vision handles diagrams / images; report analyzer normalizes into a </a:t>
          </a:r>
          <a:r>
            <a:rPr lang="en-US" dirty="0" err="1">
              <a:solidFill>
                <a:srgbClr val="1F2937"/>
              </a:solidFill>
            </a:rPr>
            <a:t>LangChain</a:t>
          </a:r>
          <a:r>
            <a:rPr lang="en-US" dirty="0">
              <a:solidFill>
                <a:srgbClr val="1F2937"/>
              </a:solidFill>
            </a:rPr>
            <a:t> Document.</a:t>
          </a:r>
          <a:endParaRPr lang="en-IN" dirty="0"/>
        </a:p>
      </dgm:t>
    </dgm:pt>
    <dgm:pt modelId="{20046756-008D-4514-935A-C2B65476D04F}" type="parTrans" cxnId="{C0B3EB3F-DD88-4D82-8356-669B2B779709}">
      <dgm:prSet/>
      <dgm:spPr/>
      <dgm:t>
        <a:bodyPr/>
        <a:lstStyle/>
        <a:p>
          <a:endParaRPr lang="en-IN"/>
        </a:p>
      </dgm:t>
    </dgm:pt>
    <dgm:pt modelId="{595FE0F7-154A-4F12-BDF0-BE6625B236C3}" type="sibTrans" cxnId="{C0B3EB3F-DD88-4D82-8356-669B2B779709}">
      <dgm:prSet phldrT="2" phldr="0"/>
      <dgm:spPr/>
      <dgm:t>
        <a:bodyPr/>
        <a:lstStyle/>
        <a:p>
          <a:r>
            <a:t>2</a:t>
          </a:r>
        </a:p>
      </dgm:t>
    </dgm:pt>
    <dgm:pt modelId="{4CA99E66-F667-499A-B1EB-265D7D66EF98}">
      <dgm:prSet phldrT="[Text]"/>
      <dgm:spPr/>
      <dgm:t>
        <a:bodyPr/>
        <a:lstStyle/>
        <a:p>
          <a:r>
            <a:rPr lang="en-US" b="1" dirty="0">
              <a:solidFill>
                <a:srgbClr val="0B1F3A"/>
              </a:solidFill>
            </a:rPr>
            <a:t>Chunking</a:t>
          </a:r>
          <a:endParaRPr lang="en-US" dirty="0"/>
        </a:p>
        <a:p>
          <a:r>
            <a:rPr lang="en-US" dirty="0" err="1">
              <a:solidFill>
                <a:srgbClr val="1F2937"/>
              </a:solidFill>
            </a:rPr>
            <a:t>RecursiveCharacterTextSplitter</a:t>
          </a:r>
          <a:r>
            <a:rPr lang="en-US" dirty="0">
              <a:solidFill>
                <a:srgbClr val="1F2937"/>
              </a:solidFill>
            </a:rPr>
            <a:t>: size 500, overlap 50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Why: Smaller chunks improve retrieval precision; overlap protects context across boundaries.</a:t>
          </a:r>
          <a:endParaRPr lang="en-IN" dirty="0"/>
        </a:p>
      </dgm:t>
    </dgm:pt>
    <dgm:pt modelId="{999A8776-C16C-46F5-8A7F-D1EC528DE89A}" type="parTrans" cxnId="{6C4D27C1-8E47-431E-8CFC-1D15DBE188D3}">
      <dgm:prSet/>
      <dgm:spPr/>
      <dgm:t>
        <a:bodyPr/>
        <a:lstStyle/>
        <a:p>
          <a:endParaRPr lang="en-IN"/>
        </a:p>
      </dgm:t>
    </dgm:pt>
    <dgm:pt modelId="{6C1F1528-A5E8-4552-AA7E-BBB7748923C6}" type="sibTrans" cxnId="{6C4D27C1-8E47-431E-8CFC-1D15DBE188D3}">
      <dgm:prSet phldrT="3" phldr="0"/>
      <dgm:spPr/>
      <dgm:t>
        <a:bodyPr/>
        <a:lstStyle/>
        <a:p>
          <a:r>
            <a:t>3</a:t>
          </a:r>
          <a:endParaRPr dirty="0"/>
        </a:p>
      </dgm:t>
    </dgm:pt>
    <dgm:pt modelId="{9494A05B-6D92-480C-A9B3-3F72C0C66102}">
      <dgm:prSet phldrT="[Text]" phldr="0"/>
      <dgm:spPr/>
      <dgm:t>
        <a:bodyPr/>
        <a:lstStyle/>
        <a:p>
          <a:r>
            <a:rPr lang="en-US" b="1" dirty="0">
              <a:solidFill>
                <a:srgbClr val="0B1F3A"/>
              </a:solidFill>
            </a:rPr>
            <a:t>Embedding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all-MiniLM-L6-v2, 384 dimensions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Why: Fast local embeddings reduce latency/cost and avoid external embedding dependency.</a:t>
          </a:r>
          <a:endParaRPr lang="en-IN" dirty="0"/>
        </a:p>
      </dgm:t>
    </dgm:pt>
    <dgm:pt modelId="{C3605D0B-EF6C-4F7F-BB22-EA4DABE1B282}" type="parTrans" cxnId="{C665E047-69B9-4F3A-BC0B-A2619B94D353}">
      <dgm:prSet/>
      <dgm:spPr/>
      <dgm:t>
        <a:bodyPr/>
        <a:lstStyle/>
        <a:p>
          <a:endParaRPr lang="en-IN"/>
        </a:p>
      </dgm:t>
    </dgm:pt>
    <dgm:pt modelId="{4BF0327A-11A1-41AF-9C4D-75510BB266D2}" type="sibTrans" cxnId="{C665E047-69B9-4F3A-BC0B-A2619B94D353}">
      <dgm:prSet phldrT="4" phldr="0"/>
      <dgm:spPr/>
      <dgm:t>
        <a:bodyPr/>
        <a:lstStyle/>
        <a:p>
          <a:r>
            <a:rPr lang="en-IN"/>
            <a:t>4</a:t>
          </a:r>
        </a:p>
      </dgm:t>
    </dgm:pt>
    <dgm:pt modelId="{1BC52ADE-92B2-42DB-AD6C-B1F460FC6A70}">
      <dgm:prSet phldrT="[Text]" phldr="0"/>
      <dgm:spPr/>
      <dgm:t>
        <a:bodyPr/>
        <a:lstStyle/>
        <a:p>
          <a:r>
            <a:rPr lang="en-US" b="1" dirty="0">
              <a:solidFill>
                <a:srgbClr val="0B1F3A"/>
              </a:solidFill>
            </a:rPr>
            <a:t>Vector Search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FAISS IndexFlatL2 with </a:t>
          </a:r>
          <a:r>
            <a:rPr lang="en-US" dirty="0" err="1">
              <a:solidFill>
                <a:srgbClr val="1F2937"/>
              </a:solidFill>
            </a:rPr>
            <a:t>chunks.pkl</a:t>
          </a:r>
          <a:r>
            <a:rPr lang="en-US" dirty="0">
              <a:solidFill>
                <a:srgbClr val="1F2937"/>
              </a:solidFill>
            </a:rPr>
            <a:t> persistence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Why: Simple exact L2 search with deterministic local storage; ideal for controlled deployments.</a:t>
          </a:r>
          <a:endParaRPr lang="en-IN" dirty="0"/>
        </a:p>
      </dgm:t>
    </dgm:pt>
    <dgm:pt modelId="{1D9FD948-DB7E-4AD6-9E58-3B1535D56661}" type="parTrans" cxnId="{A139FAD1-75D4-4ACD-AF3C-ABE07F727F8E}">
      <dgm:prSet/>
      <dgm:spPr/>
      <dgm:t>
        <a:bodyPr/>
        <a:lstStyle/>
        <a:p>
          <a:endParaRPr lang="en-IN"/>
        </a:p>
      </dgm:t>
    </dgm:pt>
    <dgm:pt modelId="{6CBDA10C-3215-49C3-AA94-709E876E1764}" type="sibTrans" cxnId="{A139FAD1-75D4-4ACD-AF3C-ABE07F727F8E}">
      <dgm:prSet phldrT="5" phldr="0"/>
      <dgm:spPr/>
      <dgm:t>
        <a:bodyPr/>
        <a:lstStyle/>
        <a:p>
          <a:r>
            <a:rPr lang="en-IN"/>
            <a:t>5</a:t>
          </a:r>
        </a:p>
      </dgm:t>
    </dgm:pt>
    <dgm:pt modelId="{15CA91DB-7510-472C-8CB4-2DED5A60279D}">
      <dgm:prSet phldrT="[Text]" phldr="0"/>
      <dgm:spPr/>
      <dgm:t>
        <a:bodyPr/>
        <a:lstStyle/>
        <a:p>
          <a:r>
            <a:rPr lang="en-US" b="1" dirty="0">
              <a:solidFill>
                <a:srgbClr val="0B1F3A"/>
              </a:solidFill>
            </a:rPr>
            <a:t>Grounded Answer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Reasoning agent uses retrieved context + sources</a:t>
          </a:r>
          <a:endParaRPr lang="en-US" dirty="0"/>
        </a:p>
        <a:p>
          <a:r>
            <a:rPr lang="en-US" dirty="0">
              <a:solidFill>
                <a:srgbClr val="1F2937"/>
              </a:solidFill>
            </a:rPr>
            <a:t>Why: The LLM answers only with context, reducing hallucination risk and increasing explainability.</a:t>
          </a:r>
          <a:endParaRPr lang="en-IN" dirty="0"/>
        </a:p>
      </dgm:t>
    </dgm:pt>
    <dgm:pt modelId="{CD03241D-1AF7-4822-BEC9-884D4ACCEE5F}" type="parTrans" cxnId="{2F69DDB4-2AD5-4302-B4B4-0FE3E1B23578}">
      <dgm:prSet/>
      <dgm:spPr/>
      <dgm:t>
        <a:bodyPr/>
        <a:lstStyle/>
        <a:p>
          <a:endParaRPr lang="en-IN"/>
        </a:p>
      </dgm:t>
    </dgm:pt>
    <dgm:pt modelId="{1404741B-94E8-4CD0-9D89-1FA06DB22526}" type="sibTrans" cxnId="{2F69DDB4-2AD5-4302-B4B4-0FE3E1B23578}">
      <dgm:prSet phldrT="6" phldr="0"/>
      <dgm:spPr/>
      <dgm:t>
        <a:bodyPr/>
        <a:lstStyle/>
        <a:p>
          <a:r>
            <a:rPr lang="en-IN"/>
            <a:t>6</a:t>
          </a:r>
        </a:p>
      </dgm:t>
    </dgm:pt>
    <dgm:pt modelId="{A0106916-6FD9-4665-B06A-3C8FC9D82E4C}" type="pres">
      <dgm:prSet presAssocID="{89EB31C4-359E-40F6-96C6-6D63BF40AF59}" presName="linearFlow" presStyleCnt="0">
        <dgm:presLayoutVars>
          <dgm:dir/>
          <dgm:animLvl val="lvl"/>
          <dgm:resizeHandles val="exact"/>
        </dgm:presLayoutVars>
      </dgm:prSet>
      <dgm:spPr/>
    </dgm:pt>
    <dgm:pt modelId="{790B6084-2252-4BB9-BDFD-080B8A75013A}" type="pres">
      <dgm:prSet presAssocID="{CEDB7E38-840F-4B96-979C-A925512A6238}" presName="compositeNode" presStyleCnt="0"/>
      <dgm:spPr/>
    </dgm:pt>
    <dgm:pt modelId="{27419B84-DF51-4EBE-B6A4-E37FCA5FA5F0}" type="pres">
      <dgm:prSet presAssocID="{CEDB7E38-840F-4B96-979C-A925512A623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3C3D2C6-7322-4427-B238-9F35E020379F}" type="pres">
      <dgm:prSet presAssocID="{CEDB7E38-840F-4B96-979C-A925512A6238}" presName="parSh" presStyleCnt="0"/>
      <dgm:spPr/>
    </dgm:pt>
    <dgm:pt modelId="{596D69C9-03A5-41E0-BD65-E345219FE40B}" type="pres">
      <dgm:prSet presAssocID="{CEDB7E38-840F-4B96-979C-A925512A6238}" presName="lineNode" presStyleLbl="alignNode1" presStyleIdx="0" presStyleCnt="18"/>
      <dgm:spPr/>
    </dgm:pt>
    <dgm:pt modelId="{DDD8EA4D-A9CC-48BB-87B5-E7F111674D3E}" type="pres">
      <dgm:prSet presAssocID="{CEDB7E38-840F-4B96-979C-A925512A6238}" presName="lineArrowNode" presStyleLbl="alignNode1" presStyleIdx="1" presStyleCnt="18"/>
      <dgm:spPr/>
    </dgm:pt>
    <dgm:pt modelId="{33AA699C-D49A-40CE-A18B-58826FB1E0BD}" type="pres">
      <dgm:prSet presAssocID="{D9E5EF01-55A8-4E8C-BF70-0EEA788EB9E6}" presName="sibTransNodeCircle" presStyleLbl="alignNode1" presStyleIdx="2" presStyleCnt="18">
        <dgm:presLayoutVars>
          <dgm:chMax val="0"/>
          <dgm:bulletEnabled/>
        </dgm:presLayoutVars>
      </dgm:prSet>
      <dgm:spPr/>
    </dgm:pt>
    <dgm:pt modelId="{DE7217B4-801A-40C1-B7C5-BDE905B9E75E}" type="pres">
      <dgm:prSet presAssocID="{D9E5EF01-55A8-4E8C-BF70-0EEA788EB9E6}" presName="spacerBetweenCircleAndCallout" presStyleCnt="0">
        <dgm:presLayoutVars/>
      </dgm:prSet>
      <dgm:spPr/>
    </dgm:pt>
    <dgm:pt modelId="{7904F48C-99FF-4136-97B8-457CF2296A20}" type="pres">
      <dgm:prSet presAssocID="{D9E5EF01-55A8-4E8C-BF70-0EEA788EB9E6}" presName="verticalConnector" presStyleLbl="alignAccFollowNode1" presStyleIdx="0" presStyleCnt="6"/>
      <dgm:spPr/>
    </dgm:pt>
    <dgm:pt modelId="{BF41B116-DAD5-4959-9A00-2198480BC3AE}" type="pres">
      <dgm:prSet presAssocID="{CEDB7E38-840F-4B96-979C-A925512A6238}" presName="nodeText" presStyleLbl="fgAcc1" presStyleIdx="0" presStyleCnt="6">
        <dgm:presLayoutVars>
          <dgm:bulletEnabled val="1"/>
        </dgm:presLayoutVars>
      </dgm:prSet>
      <dgm:spPr/>
    </dgm:pt>
    <dgm:pt modelId="{0020822B-3625-4624-A720-789278CFFE32}" type="pres">
      <dgm:prSet presAssocID="{D9E5EF01-55A8-4E8C-BF70-0EEA788EB9E6}" presName="sibTransComposite" presStyleCnt="0"/>
      <dgm:spPr/>
    </dgm:pt>
    <dgm:pt modelId="{D552AB0F-F4B4-4E67-80FD-CF8F7988C8CC}" type="pres">
      <dgm:prSet presAssocID="{A1CCFA10-D8E3-48B2-BFC2-4E342BFF57C6}" presName="compositeNode" presStyleCnt="0"/>
      <dgm:spPr/>
    </dgm:pt>
    <dgm:pt modelId="{1CB919C1-37F0-4D9C-AC8D-B30250EDB764}" type="pres">
      <dgm:prSet presAssocID="{A1CCFA10-D8E3-48B2-BFC2-4E342BFF57C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6EDA98B-C899-46D8-927F-054BE2C3FAC1}" type="pres">
      <dgm:prSet presAssocID="{A1CCFA10-D8E3-48B2-BFC2-4E342BFF57C6}" presName="parSh" presStyleCnt="0"/>
      <dgm:spPr/>
    </dgm:pt>
    <dgm:pt modelId="{F2102FE8-595B-4446-A3AD-0C7D5F0B0A53}" type="pres">
      <dgm:prSet presAssocID="{A1CCFA10-D8E3-48B2-BFC2-4E342BFF57C6}" presName="lineNode" presStyleLbl="alignNode1" presStyleIdx="3" presStyleCnt="18"/>
      <dgm:spPr/>
    </dgm:pt>
    <dgm:pt modelId="{B936A3C1-4C34-4DA2-AD8C-18369D3B7678}" type="pres">
      <dgm:prSet presAssocID="{A1CCFA10-D8E3-48B2-BFC2-4E342BFF57C6}" presName="lineArrowNode" presStyleLbl="alignNode1" presStyleIdx="4" presStyleCnt="18"/>
      <dgm:spPr/>
    </dgm:pt>
    <dgm:pt modelId="{3C395873-8BB1-4E78-B17B-A2E26F428713}" type="pres">
      <dgm:prSet presAssocID="{595FE0F7-154A-4F12-BDF0-BE6625B236C3}" presName="sibTransNodeCircle" presStyleLbl="alignNode1" presStyleIdx="5" presStyleCnt="18">
        <dgm:presLayoutVars>
          <dgm:chMax val="0"/>
          <dgm:bulletEnabled/>
        </dgm:presLayoutVars>
      </dgm:prSet>
      <dgm:spPr/>
    </dgm:pt>
    <dgm:pt modelId="{9750752E-34C8-41AA-9527-CBB2320DAF6E}" type="pres">
      <dgm:prSet presAssocID="{595FE0F7-154A-4F12-BDF0-BE6625B236C3}" presName="spacerBetweenCircleAndCallout" presStyleCnt="0">
        <dgm:presLayoutVars/>
      </dgm:prSet>
      <dgm:spPr/>
    </dgm:pt>
    <dgm:pt modelId="{3B0E73B5-7B6E-430B-BE39-67AC051EEF74}" type="pres">
      <dgm:prSet presAssocID="{595FE0F7-154A-4F12-BDF0-BE6625B236C3}" presName="verticalConnector" presStyleLbl="alignAccFollowNode1" presStyleIdx="1" presStyleCnt="6"/>
      <dgm:spPr/>
    </dgm:pt>
    <dgm:pt modelId="{0EED0AAB-F943-4073-AD03-361F09334039}" type="pres">
      <dgm:prSet presAssocID="{A1CCFA10-D8E3-48B2-BFC2-4E342BFF57C6}" presName="nodeText" presStyleLbl="fgAcc1" presStyleIdx="1" presStyleCnt="6">
        <dgm:presLayoutVars>
          <dgm:bulletEnabled val="1"/>
        </dgm:presLayoutVars>
      </dgm:prSet>
      <dgm:spPr/>
    </dgm:pt>
    <dgm:pt modelId="{68F04A3C-94C6-4F9E-B2F9-0EF0966D5EA0}" type="pres">
      <dgm:prSet presAssocID="{595FE0F7-154A-4F12-BDF0-BE6625B236C3}" presName="sibTransComposite" presStyleCnt="0"/>
      <dgm:spPr/>
    </dgm:pt>
    <dgm:pt modelId="{04A8E994-FF37-4750-AAEE-73F3907AF967}" type="pres">
      <dgm:prSet presAssocID="{4CA99E66-F667-499A-B1EB-265D7D66EF98}" presName="compositeNode" presStyleCnt="0"/>
      <dgm:spPr/>
    </dgm:pt>
    <dgm:pt modelId="{8F1206C3-E3CF-4282-AB35-8006CA6BD4CA}" type="pres">
      <dgm:prSet presAssocID="{4CA99E66-F667-499A-B1EB-265D7D66EF9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15A872F-8AC0-4B36-9699-CB77B11E4047}" type="pres">
      <dgm:prSet presAssocID="{4CA99E66-F667-499A-B1EB-265D7D66EF98}" presName="parSh" presStyleCnt="0"/>
      <dgm:spPr/>
    </dgm:pt>
    <dgm:pt modelId="{7BD3A78A-7E78-499E-9BEC-3B7C5CCD86CA}" type="pres">
      <dgm:prSet presAssocID="{4CA99E66-F667-499A-B1EB-265D7D66EF98}" presName="lineNode" presStyleLbl="alignNode1" presStyleIdx="6" presStyleCnt="18"/>
      <dgm:spPr/>
    </dgm:pt>
    <dgm:pt modelId="{14076899-609C-4D18-AAD9-777C5E61E3AB}" type="pres">
      <dgm:prSet presAssocID="{4CA99E66-F667-499A-B1EB-265D7D66EF98}" presName="lineArrowNode" presStyleLbl="alignNode1" presStyleIdx="7" presStyleCnt="18"/>
      <dgm:spPr/>
    </dgm:pt>
    <dgm:pt modelId="{0A48491E-56C5-4D1E-9FE8-CE45866F65F4}" type="pres">
      <dgm:prSet presAssocID="{6C1F1528-A5E8-4552-AA7E-BBB7748923C6}" presName="sibTransNodeCircle" presStyleLbl="alignNode1" presStyleIdx="8" presStyleCnt="18">
        <dgm:presLayoutVars>
          <dgm:chMax val="0"/>
          <dgm:bulletEnabled/>
        </dgm:presLayoutVars>
      </dgm:prSet>
      <dgm:spPr/>
    </dgm:pt>
    <dgm:pt modelId="{253F2FA5-5088-4C57-A9CE-F10B7487195B}" type="pres">
      <dgm:prSet presAssocID="{6C1F1528-A5E8-4552-AA7E-BBB7748923C6}" presName="spacerBetweenCircleAndCallout" presStyleCnt="0">
        <dgm:presLayoutVars/>
      </dgm:prSet>
      <dgm:spPr/>
    </dgm:pt>
    <dgm:pt modelId="{27006950-6D3C-41CB-8F5F-810F11EADC31}" type="pres">
      <dgm:prSet presAssocID="{6C1F1528-A5E8-4552-AA7E-BBB7748923C6}" presName="verticalConnector" presStyleLbl="alignAccFollowNode1" presStyleIdx="2" presStyleCnt="6"/>
      <dgm:spPr/>
    </dgm:pt>
    <dgm:pt modelId="{CA1F0580-9D51-47C4-8C23-5AF48868A96D}" type="pres">
      <dgm:prSet presAssocID="{4CA99E66-F667-499A-B1EB-265D7D66EF98}" presName="nodeText" presStyleLbl="fgAcc1" presStyleIdx="2" presStyleCnt="6">
        <dgm:presLayoutVars>
          <dgm:bulletEnabled val="1"/>
        </dgm:presLayoutVars>
      </dgm:prSet>
      <dgm:spPr/>
    </dgm:pt>
    <dgm:pt modelId="{E2DE192F-BB2C-4FCF-A07C-7E519EBBFBAE}" type="pres">
      <dgm:prSet presAssocID="{6C1F1528-A5E8-4552-AA7E-BBB7748923C6}" presName="sibTransComposite" presStyleCnt="0"/>
      <dgm:spPr/>
    </dgm:pt>
    <dgm:pt modelId="{27239C87-827D-42B9-80EB-AF31499311BB}" type="pres">
      <dgm:prSet presAssocID="{9494A05B-6D92-480C-A9B3-3F72C0C66102}" presName="compositeNode" presStyleCnt="0"/>
      <dgm:spPr/>
    </dgm:pt>
    <dgm:pt modelId="{1F1E3E40-F51E-4809-8D2C-5468981A436E}" type="pres">
      <dgm:prSet presAssocID="{9494A05B-6D92-480C-A9B3-3F72C0C6610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66C5000-34D5-47B8-BA42-11D9FCA71B38}" type="pres">
      <dgm:prSet presAssocID="{9494A05B-6D92-480C-A9B3-3F72C0C66102}" presName="parSh" presStyleCnt="0"/>
      <dgm:spPr/>
    </dgm:pt>
    <dgm:pt modelId="{10784161-DFB6-428E-ADB6-B945DA8C31AE}" type="pres">
      <dgm:prSet presAssocID="{9494A05B-6D92-480C-A9B3-3F72C0C66102}" presName="lineNode" presStyleLbl="alignNode1" presStyleIdx="9" presStyleCnt="18"/>
      <dgm:spPr/>
    </dgm:pt>
    <dgm:pt modelId="{2E1F2688-9D7B-4DEB-B956-DF278546DAEB}" type="pres">
      <dgm:prSet presAssocID="{9494A05B-6D92-480C-A9B3-3F72C0C66102}" presName="lineArrowNode" presStyleLbl="alignNode1" presStyleIdx="10" presStyleCnt="18"/>
      <dgm:spPr/>
    </dgm:pt>
    <dgm:pt modelId="{3497BAAB-5C29-412B-A28F-364E30760807}" type="pres">
      <dgm:prSet presAssocID="{4BF0327A-11A1-41AF-9C4D-75510BB266D2}" presName="sibTransNodeCircle" presStyleLbl="alignNode1" presStyleIdx="11" presStyleCnt="18">
        <dgm:presLayoutVars>
          <dgm:chMax val="0"/>
          <dgm:bulletEnabled/>
        </dgm:presLayoutVars>
      </dgm:prSet>
      <dgm:spPr/>
    </dgm:pt>
    <dgm:pt modelId="{77BEC7C5-C920-451F-9DBE-B5CCD4E91069}" type="pres">
      <dgm:prSet presAssocID="{4BF0327A-11A1-41AF-9C4D-75510BB266D2}" presName="spacerBetweenCircleAndCallout" presStyleCnt="0">
        <dgm:presLayoutVars/>
      </dgm:prSet>
      <dgm:spPr/>
    </dgm:pt>
    <dgm:pt modelId="{FE0CD279-0F75-4C01-8201-B860C5D86B1D}" type="pres">
      <dgm:prSet presAssocID="{4BF0327A-11A1-41AF-9C4D-75510BB266D2}" presName="verticalConnector" presStyleLbl="alignAccFollowNode1" presStyleIdx="3" presStyleCnt="6"/>
      <dgm:spPr/>
    </dgm:pt>
    <dgm:pt modelId="{91917F94-C006-4EF8-8E2E-8880458AFDD9}" type="pres">
      <dgm:prSet presAssocID="{9494A05B-6D92-480C-A9B3-3F72C0C66102}" presName="nodeText" presStyleLbl="fgAcc1" presStyleIdx="3" presStyleCnt="6">
        <dgm:presLayoutVars>
          <dgm:bulletEnabled val="1"/>
        </dgm:presLayoutVars>
      </dgm:prSet>
      <dgm:spPr/>
    </dgm:pt>
    <dgm:pt modelId="{C4020EF1-3DC9-4B44-9431-C7A05991BCF7}" type="pres">
      <dgm:prSet presAssocID="{4BF0327A-11A1-41AF-9C4D-75510BB266D2}" presName="sibTransComposite" presStyleCnt="0"/>
      <dgm:spPr/>
    </dgm:pt>
    <dgm:pt modelId="{456171B3-1AC7-440E-84CC-0CFFCDCBD4E3}" type="pres">
      <dgm:prSet presAssocID="{1BC52ADE-92B2-42DB-AD6C-B1F460FC6A70}" presName="compositeNode" presStyleCnt="0"/>
      <dgm:spPr/>
    </dgm:pt>
    <dgm:pt modelId="{5FAC02F3-FF30-4123-9D0E-714F27B83BC8}" type="pres">
      <dgm:prSet presAssocID="{1BC52ADE-92B2-42DB-AD6C-B1F460FC6A7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A0D3A7B-26BA-4861-AD4E-9620D0B14608}" type="pres">
      <dgm:prSet presAssocID="{1BC52ADE-92B2-42DB-AD6C-B1F460FC6A70}" presName="parSh" presStyleCnt="0"/>
      <dgm:spPr/>
    </dgm:pt>
    <dgm:pt modelId="{50EC184D-CBC3-4BA0-9AD9-7DD7DC3B75E5}" type="pres">
      <dgm:prSet presAssocID="{1BC52ADE-92B2-42DB-AD6C-B1F460FC6A70}" presName="lineNode" presStyleLbl="alignNode1" presStyleIdx="12" presStyleCnt="18"/>
      <dgm:spPr/>
    </dgm:pt>
    <dgm:pt modelId="{5AA4C524-864B-4F9E-A33A-DB6777AA8CFE}" type="pres">
      <dgm:prSet presAssocID="{1BC52ADE-92B2-42DB-AD6C-B1F460FC6A70}" presName="lineArrowNode" presStyleLbl="alignNode1" presStyleIdx="13" presStyleCnt="18"/>
      <dgm:spPr/>
    </dgm:pt>
    <dgm:pt modelId="{8FD0C431-C39D-496D-90FE-15ACA23C8D72}" type="pres">
      <dgm:prSet presAssocID="{6CBDA10C-3215-49C3-AA94-709E876E1764}" presName="sibTransNodeCircle" presStyleLbl="alignNode1" presStyleIdx="14" presStyleCnt="18">
        <dgm:presLayoutVars>
          <dgm:chMax val="0"/>
          <dgm:bulletEnabled/>
        </dgm:presLayoutVars>
      </dgm:prSet>
      <dgm:spPr/>
    </dgm:pt>
    <dgm:pt modelId="{9F349B36-8704-46AC-823A-D054E299A88E}" type="pres">
      <dgm:prSet presAssocID="{6CBDA10C-3215-49C3-AA94-709E876E1764}" presName="spacerBetweenCircleAndCallout" presStyleCnt="0">
        <dgm:presLayoutVars/>
      </dgm:prSet>
      <dgm:spPr/>
    </dgm:pt>
    <dgm:pt modelId="{B9B19C1E-817B-4E80-872F-97500F55E64B}" type="pres">
      <dgm:prSet presAssocID="{6CBDA10C-3215-49C3-AA94-709E876E1764}" presName="verticalConnector" presStyleLbl="alignAccFollowNode1" presStyleIdx="4" presStyleCnt="6"/>
      <dgm:spPr/>
    </dgm:pt>
    <dgm:pt modelId="{6C37F04E-88D8-406D-9A8E-4C964981430C}" type="pres">
      <dgm:prSet presAssocID="{1BC52ADE-92B2-42DB-AD6C-B1F460FC6A70}" presName="nodeText" presStyleLbl="fgAcc1" presStyleIdx="4" presStyleCnt="6">
        <dgm:presLayoutVars>
          <dgm:bulletEnabled val="1"/>
        </dgm:presLayoutVars>
      </dgm:prSet>
      <dgm:spPr/>
    </dgm:pt>
    <dgm:pt modelId="{5E55F590-6150-4442-9DA3-A1A2E4FFF51F}" type="pres">
      <dgm:prSet presAssocID="{6CBDA10C-3215-49C3-AA94-709E876E1764}" presName="sibTransComposite" presStyleCnt="0"/>
      <dgm:spPr/>
    </dgm:pt>
    <dgm:pt modelId="{ED541773-D019-4E79-9B79-6C0BB57883AF}" type="pres">
      <dgm:prSet presAssocID="{15CA91DB-7510-472C-8CB4-2DED5A60279D}" presName="compositeNode" presStyleCnt="0"/>
      <dgm:spPr/>
    </dgm:pt>
    <dgm:pt modelId="{2D98E7FE-B593-470B-9540-14B7F6511571}" type="pres">
      <dgm:prSet presAssocID="{15CA91DB-7510-472C-8CB4-2DED5A60279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623255B-054E-4E3B-98FF-BFC47D66FCD8}" type="pres">
      <dgm:prSet presAssocID="{15CA91DB-7510-472C-8CB4-2DED5A60279D}" presName="parSh" presStyleCnt="0"/>
      <dgm:spPr/>
    </dgm:pt>
    <dgm:pt modelId="{2D545A0D-E74B-4F66-9C2D-1898137D6CFD}" type="pres">
      <dgm:prSet presAssocID="{15CA91DB-7510-472C-8CB4-2DED5A60279D}" presName="lineNode" presStyleLbl="alignNode1" presStyleIdx="15" presStyleCnt="18"/>
      <dgm:spPr/>
    </dgm:pt>
    <dgm:pt modelId="{C4620AB8-A926-47BB-A3C8-76689875FBEE}" type="pres">
      <dgm:prSet presAssocID="{15CA91DB-7510-472C-8CB4-2DED5A60279D}" presName="lineArrowNode" presStyleLbl="alignNode1" presStyleIdx="16" presStyleCnt="18"/>
      <dgm:spPr/>
    </dgm:pt>
    <dgm:pt modelId="{158229F2-8E8A-474F-B84A-F8206230F298}" type="pres">
      <dgm:prSet presAssocID="{1404741B-94E8-4CD0-9D89-1FA06DB22526}" presName="sibTransNodeCircle" presStyleLbl="alignNode1" presStyleIdx="17" presStyleCnt="18">
        <dgm:presLayoutVars>
          <dgm:chMax val="0"/>
          <dgm:bulletEnabled/>
        </dgm:presLayoutVars>
      </dgm:prSet>
      <dgm:spPr/>
    </dgm:pt>
    <dgm:pt modelId="{A6CAB0E7-FCFC-4072-9793-9127CB65AFE9}" type="pres">
      <dgm:prSet presAssocID="{1404741B-94E8-4CD0-9D89-1FA06DB22526}" presName="spacerBetweenCircleAndCallout" presStyleCnt="0">
        <dgm:presLayoutVars/>
      </dgm:prSet>
      <dgm:spPr/>
    </dgm:pt>
    <dgm:pt modelId="{843F1501-0D00-49DA-BAA4-D5A5E88229BA}" type="pres">
      <dgm:prSet presAssocID="{1404741B-94E8-4CD0-9D89-1FA06DB22526}" presName="verticalConnector" presStyleLbl="alignAccFollowNode1" presStyleIdx="5" presStyleCnt="6"/>
      <dgm:spPr/>
    </dgm:pt>
    <dgm:pt modelId="{C643636E-83DF-474F-8EF6-9A65DA563B0A}" type="pres">
      <dgm:prSet presAssocID="{15CA91DB-7510-472C-8CB4-2DED5A60279D}" presName="nodeText" presStyleLbl="fgAcc1" presStyleIdx="5" presStyleCnt="6">
        <dgm:presLayoutVars>
          <dgm:bulletEnabled val="1"/>
        </dgm:presLayoutVars>
      </dgm:prSet>
      <dgm:spPr/>
    </dgm:pt>
  </dgm:ptLst>
  <dgm:cxnLst>
    <dgm:cxn modelId="{4B802A15-1471-4A70-9318-26CD6770A3B4}" type="presOf" srcId="{CEDB7E38-840F-4B96-979C-A925512A6238}" destId="{BF41B116-DAD5-4959-9A00-2198480BC3AE}" srcOrd="1" destOrd="0" presId="urn:microsoft.com/office/officeart/2024/layout/NumberedLinearArrowProcess#1"/>
    <dgm:cxn modelId="{7F6F1E29-7B78-4641-8334-C64096570608}" type="presOf" srcId="{4BF0327A-11A1-41AF-9C4D-75510BB266D2}" destId="{3497BAAB-5C29-412B-A28F-364E30760807}" srcOrd="0" destOrd="0" presId="urn:microsoft.com/office/officeart/2024/layout/NumberedLinearArrowProcess#1"/>
    <dgm:cxn modelId="{204EAD29-67A4-4B43-9A6F-0427C93925A2}" type="presOf" srcId="{CEDB7E38-840F-4B96-979C-A925512A6238}" destId="{DDD8EA4D-A9CC-48BB-87B5-E7F111674D3E}" srcOrd="0" destOrd="0" presId="urn:microsoft.com/office/officeart/2024/layout/NumberedLinearArrowProcess#1"/>
    <dgm:cxn modelId="{A10BE82F-8196-4DEB-A469-E2FE5EF772CA}" type="presOf" srcId="{4CA99E66-F667-499A-B1EB-265D7D66EF98}" destId="{14076899-609C-4D18-AAD9-777C5E61E3AB}" srcOrd="0" destOrd="0" presId="urn:microsoft.com/office/officeart/2024/layout/NumberedLinearArrowProcess#1"/>
    <dgm:cxn modelId="{205F6436-209E-4C56-AB3C-85E9E0953ECD}" type="presOf" srcId="{9494A05B-6D92-480C-A9B3-3F72C0C66102}" destId="{2E1F2688-9D7B-4DEB-B956-DF278546DAEB}" srcOrd="0" destOrd="0" presId="urn:microsoft.com/office/officeart/2024/layout/NumberedLinearArrowProcess#1"/>
    <dgm:cxn modelId="{0BAFDD3E-F381-439F-8CFD-D86217CD569E}" type="presOf" srcId="{1404741B-94E8-4CD0-9D89-1FA06DB22526}" destId="{158229F2-8E8A-474F-B84A-F8206230F298}" srcOrd="0" destOrd="0" presId="urn:microsoft.com/office/officeart/2024/layout/NumberedLinearArrowProcess#1"/>
    <dgm:cxn modelId="{C0B3EB3F-DD88-4D82-8356-669B2B779709}" srcId="{89EB31C4-359E-40F6-96C6-6D63BF40AF59}" destId="{A1CCFA10-D8E3-48B2-BFC2-4E342BFF57C6}" srcOrd="1" destOrd="0" parTransId="{20046756-008D-4514-935A-C2B65476D04F}" sibTransId="{595FE0F7-154A-4F12-BDF0-BE6625B236C3}"/>
    <dgm:cxn modelId="{4EBAB564-D67E-4C88-A242-A6BEE7924174}" srcId="{89EB31C4-359E-40F6-96C6-6D63BF40AF59}" destId="{CEDB7E38-840F-4B96-979C-A925512A6238}" srcOrd="0" destOrd="0" parTransId="{9D5FC05A-C9AB-4CCF-AA04-6CCE0240EF3D}" sibTransId="{D9E5EF01-55A8-4E8C-BF70-0EEA788EB9E6}"/>
    <dgm:cxn modelId="{C665E047-69B9-4F3A-BC0B-A2619B94D353}" srcId="{89EB31C4-359E-40F6-96C6-6D63BF40AF59}" destId="{9494A05B-6D92-480C-A9B3-3F72C0C66102}" srcOrd="3" destOrd="0" parTransId="{C3605D0B-EF6C-4F7F-BB22-EA4DABE1B282}" sibTransId="{4BF0327A-11A1-41AF-9C4D-75510BB266D2}"/>
    <dgm:cxn modelId="{B5F23048-787A-4DD7-B133-A37E38C91FF6}" type="presOf" srcId="{9494A05B-6D92-480C-A9B3-3F72C0C66102}" destId="{91917F94-C006-4EF8-8E2E-8880458AFDD9}" srcOrd="1" destOrd="0" presId="urn:microsoft.com/office/officeart/2024/layout/NumberedLinearArrowProcess#1"/>
    <dgm:cxn modelId="{85B90477-4940-4899-8A28-017033B22119}" type="presOf" srcId="{89EB31C4-359E-40F6-96C6-6D63BF40AF59}" destId="{A0106916-6FD9-4665-B06A-3C8FC9D82E4C}" srcOrd="0" destOrd="0" presId="urn:microsoft.com/office/officeart/2024/layout/NumberedLinearArrowProcess#1"/>
    <dgm:cxn modelId="{7B61A685-C2E1-4953-AD2D-C155C232DD2E}" type="presOf" srcId="{A1CCFA10-D8E3-48B2-BFC2-4E342BFF57C6}" destId="{0EED0AAB-F943-4073-AD03-361F09334039}" srcOrd="1" destOrd="0" presId="urn:microsoft.com/office/officeart/2024/layout/NumberedLinearArrowProcess#1"/>
    <dgm:cxn modelId="{B0AD698E-CBB3-4006-A258-8E759B3B8F9F}" type="presOf" srcId="{6C1F1528-A5E8-4552-AA7E-BBB7748923C6}" destId="{0A48491E-56C5-4D1E-9FE8-CE45866F65F4}" srcOrd="0" destOrd="0" presId="urn:microsoft.com/office/officeart/2024/layout/NumberedLinearArrowProcess#1"/>
    <dgm:cxn modelId="{C566E891-E761-4A96-86E0-76EBCA54D885}" type="presOf" srcId="{4CA99E66-F667-499A-B1EB-265D7D66EF98}" destId="{CA1F0580-9D51-47C4-8C23-5AF48868A96D}" srcOrd="1" destOrd="0" presId="urn:microsoft.com/office/officeart/2024/layout/NumberedLinearArrowProcess#1"/>
    <dgm:cxn modelId="{3C554C93-8C16-4EDE-B98C-A12A1659BA9D}" type="presOf" srcId="{15CA91DB-7510-472C-8CB4-2DED5A60279D}" destId="{C4620AB8-A926-47BB-A3C8-76689875FBEE}" srcOrd="0" destOrd="0" presId="urn:microsoft.com/office/officeart/2024/layout/NumberedLinearArrowProcess#1"/>
    <dgm:cxn modelId="{65FC31A4-8228-441B-9E82-A45FE6117329}" type="presOf" srcId="{6CBDA10C-3215-49C3-AA94-709E876E1764}" destId="{8FD0C431-C39D-496D-90FE-15ACA23C8D72}" srcOrd="0" destOrd="0" presId="urn:microsoft.com/office/officeart/2024/layout/NumberedLinearArrowProcess#1"/>
    <dgm:cxn modelId="{DD09ABAF-FB4A-4023-B10D-6EB6DABC25A9}" type="presOf" srcId="{595FE0F7-154A-4F12-BDF0-BE6625B236C3}" destId="{3C395873-8BB1-4E78-B17B-A2E26F428713}" srcOrd="0" destOrd="0" presId="urn:microsoft.com/office/officeart/2024/layout/NumberedLinearArrowProcess#1"/>
    <dgm:cxn modelId="{2F69DDB4-2AD5-4302-B4B4-0FE3E1B23578}" srcId="{89EB31C4-359E-40F6-96C6-6D63BF40AF59}" destId="{15CA91DB-7510-472C-8CB4-2DED5A60279D}" srcOrd="5" destOrd="0" parTransId="{CD03241D-1AF7-4822-BEC9-884D4ACCEE5F}" sibTransId="{1404741B-94E8-4CD0-9D89-1FA06DB22526}"/>
    <dgm:cxn modelId="{575686C0-AE2C-42DD-AA16-AF68B4855C1D}" type="presOf" srcId="{1BC52ADE-92B2-42DB-AD6C-B1F460FC6A70}" destId="{5AA4C524-864B-4F9E-A33A-DB6777AA8CFE}" srcOrd="0" destOrd="0" presId="urn:microsoft.com/office/officeart/2024/layout/NumberedLinearArrowProcess#1"/>
    <dgm:cxn modelId="{6C4D27C1-8E47-431E-8CFC-1D15DBE188D3}" srcId="{89EB31C4-359E-40F6-96C6-6D63BF40AF59}" destId="{4CA99E66-F667-499A-B1EB-265D7D66EF98}" srcOrd="2" destOrd="0" parTransId="{999A8776-C16C-46F5-8A7F-D1EC528DE89A}" sibTransId="{6C1F1528-A5E8-4552-AA7E-BBB7748923C6}"/>
    <dgm:cxn modelId="{5F02B3D1-6A21-4AC2-9D2F-03028F1832BA}" type="presOf" srcId="{D9E5EF01-55A8-4E8C-BF70-0EEA788EB9E6}" destId="{33AA699C-D49A-40CE-A18B-58826FB1E0BD}" srcOrd="0" destOrd="0" presId="urn:microsoft.com/office/officeart/2024/layout/NumberedLinearArrowProcess#1"/>
    <dgm:cxn modelId="{A139FAD1-75D4-4ACD-AF3C-ABE07F727F8E}" srcId="{89EB31C4-359E-40F6-96C6-6D63BF40AF59}" destId="{1BC52ADE-92B2-42DB-AD6C-B1F460FC6A70}" srcOrd="4" destOrd="0" parTransId="{1D9FD948-DB7E-4AD6-9E58-3B1535D56661}" sibTransId="{6CBDA10C-3215-49C3-AA94-709E876E1764}"/>
    <dgm:cxn modelId="{DFB6A2D9-5851-49B6-96FF-5F3146986BF6}" type="presOf" srcId="{15CA91DB-7510-472C-8CB4-2DED5A60279D}" destId="{C643636E-83DF-474F-8EF6-9A65DA563B0A}" srcOrd="1" destOrd="0" presId="urn:microsoft.com/office/officeart/2024/layout/NumberedLinearArrowProcess#1"/>
    <dgm:cxn modelId="{DAF77CEF-F141-4346-AA3F-AAF98481E80D}" type="presOf" srcId="{1BC52ADE-92B2-42DB-AD6C-B1F460FC6A70}" destId="{6C37F04E-88D8-406D-9A8E-4C964981430C}" srcOrd="1" destOrd="0" presId="urn:microsoft.com/office/officeart/2024/layout/NumberedLinearArrowProcess#1"/>
    <dgm:cxn modelId="{52F594FF-BAE6-4B7B-A853-ED806246266D}" type="presOf" srcId="{A1CCFA10-D8E3-48B2-BFC2-4E342BFF57C6}" destId="{B936A3C1-4C34-4DA2-AD8C-18369D3B7678}" srcOrd="0" destOrd="0" presId="urn:microsoft.com/office/officeart/2024/layout/NumberedLinearArrowProcess#1"/>
    <dgm:cxn modelId="{97FC684F-6C43-417D-9163-4D988D5DCB09}" type="presParOf" srcId="{A0106916-6FD9-4665-B06A-3C8FC9D82E4C}" destId="{790B6084-2252-4BB9-BDFD-080B8A75013A}" srcOrd="0" destOrd="0" presId="urn:microsoft.com/office/officeart/2024/layout/NumberedLinearArrowProcess#1"/>
    <dgm:cxn modelId="{8B52C3CF-34D0-408E-9D9E-CAF4F4608824}" type="presParOf" srcId="{790B6084-2252-4BB9-BDFD-080B8A75013A}" destId="{27419B84-DF51-4EBE-B6A4-E37FCA5FA5F0}" srcOrd="0" destOrd="0" presId="urn:microsoft.com/office/officeart/2024/layout/NumberedLinearArrowProcess#1"/>
    <dgm:cxn modelId="{F01CEBCB-21CB-4171-B589-8F0AFEF57D98}" type="presParOf" srcId="{790B6084-2252-4BB9-BDFD-080B8A75013A}" destId="{83C3D2C6-7322-4427-B238-9F35E020379F}" srcOrd="1" destOrd="0" presId="urn:microsoft.com/office/officeart/2024/layout/NumberedLinearArrowProcess#1"/>
    <dgm:cxn modelId="{93AC062B-C71A-4197-BE9F-35A3C8BD1C67}" type="presParOf" srcId="{83C3D2C6-7322-4427-B238-9F35E020379F}" destId="{596D69C9-03A5-41E0-BD65-E345219FE40B}" srcOrd="0" destOrd="0" presId="urn:microsoft.com/office/officeart/2024/layout/NumberedLinearArrowProcess#1"/>
    <dgm:cxn modelId="{13A02DAB-59B1-40DB-97C2-68CEB7CE2139}" type="presParOf" srcId="{83C3D2C6-7322-4427-B238-9F35E020379F}" destId="{DDD8EA4D-A9CC-48BB-87B5-E7F111674D3E}" srcOrd="1" destOrd="0" presId="urn:microsoft.com/office/officeart/2024/layout/NumberedLinearArrowProcess#1"/>
    <dgm:cxn modelId="{D628F794-10D3-4D83-988F-097D2A5F4CFC}" type="presParOf" srcId="{83C3D2C6-7322-4427-B238-9F35E020379F}" destId="{33AA699C-D49A-40CE-A18B-58826FB1E0BD}" srcOrd="2" destOrd="0" presId="urn:microsoft.com/office/officeart/2024/layout/NumberedLinearArrowProcess#1"/>
    <dgm:cxn modelId="{A8609CFD-CA41-40C4-803E-E914138E8231}" type="presParOf" srcId="{83C3D2C6-7322-4427-B238-9F35E020379F}" destId="{DE7217B4-801A-40C1-B7C5-BDE905B9E75E}" srcOrd="3" destOrd="0" presId="urn:microsoft.com/office/officeart/2024/layout/NumberedLinearArrowProcess#1"/>
    <dgm:cxn modelId="{4E568695-BAA9-44A9-BBE6-7C7E3E438AF8}" type="presParOf" srcId="{83C3D2C6-7322-4427-B238-9F35E020379F}" destId="{7904F48C-99FF-4136-97B8-457CF2296A20}" srcOrd="4" destOrd="0" presId="urn:microsoft.com/office/officeart/2024/layout/NumberedLinearArrowProcess#1"/>
    <dgm:cxn modelId="{92B069ED-69DE-4EE7-B299-C34146552A8A}" type="presParOf" srcId="{790B6084-2252-4BB9-BDFD-080B8A75013A}" destId="{BF41B116-DAD5-4959-9A00-2198480BC3AE}" srcOrd="2" destOrd="0" presId="urn:microsoft.com/office/officeart/2024/layout/NumberedLinearArrowProcess#1"/>
    <dgm:cxn modelId="{F76ED829-0FBF-4A3A-9AFC-6D51007E3DEF}" type="presParOf" srcId="{A0106916-6FD9-4665-B06A-3C8FC9D82E4C}" destId="{0020822B-3625-4624-A720-789278CFFE32}" srcOrd="1" destOrd="0" presId="urn:microsoft.com/office/officeart/2024/layout/NumberedLinearArrowProcess#1"/>
    <dgm:cxn modelId="{C2EDCDC9-B030-494A-AC58-2612E477FDAE}" type="presParOf" srcId="{A0106916-6FD9-4665-B06A-3C8FC9D82E4C}" destId="{D552AB0F-F4B4-4E67-80FD-CF8F7988C8CC}" srcOrd="2" destOrd="0" presId="urn:microsoft.com/office/officeart/2024/layout/NumberedLinearArrowProcess#1"/>
    <dgm:cxn modelId="{AE31A276-8998-4C40-A4CA-5C1370D396E5}" type="presParOf" srcId="{D552AB0F-F4B4-4E67-80FD-CF8F7988C8CC}" destId="{1CB919C1-37F0-4D9C-AC8D-B30250EDB764}" srcOrd="0" destOrd="0" presId="urn:microsoft.com/office/officeart/2024/layout/NumberedLinearArrowProcess#1"/>
    <dgm:cxn modelId="{BE0AFB95-959C-4B65-90AD-0E67CB06BA6A}" type="presParOf" srcId="{D552AB0F-F4B4-4E67-80FD-CF8F7988C8CC}" destId="{56EDA98B-C899-46D8-927F-054BE2C3FAC1}" srcOrd="1" destOrd="0" presId="urn:microsoft.com/office/officeart/2024/layout/NumberedLinearArrowProcess#1"/>
    <dgm:cxn modelId="{3D32A804-7FDF-478C-87FB-FA42DFC724DC}" type="presParOf" srcId="{56EDA98B-C899-46D8-927F-054BE2C3FAC1}" destId="{F2102FE8-595B-4446-A3AD-0C7D5F0B0A53}" srcOrd="0" destOrd="0" presId="urn:microsoft.com/office/officeart/2024/layout/NumberedLinearArrowProcess#1"/>
    <dgm:cxn modelId="{CC8E502D-4B76-48DA-A572-982E6C582832}" type="presParOf" srcId="{56EDA98B-C899-46D8-927F-054BE2C3FAC1}" destId="{B936A3C1-4C34-4DA2-AD8C-18369D3B7678}" srcOrd="1" destOrd="0" presId="urn:microsoft.com/office/officeart/2024/layout/NumberedLinearArrowProcess#1"/>
    <dgm:cxn modelId="{E35E5835-7628-44BC-957D-15193516E1E7}" type="presParOf" srcId="{56EDA98B-C899-46D8-927F-054BE2C3FAC1}" destId="{3C395873-8BB1-4E78-B17B-A2E26F428713}" srcOrd="2" destOrd="0" presId="urn:microsoft.com/office/officeart/2024/layout/NumberedLinearArrowProcess#1"/>
    <dgm:cxn modelId="{B617C153-16C9-470C-8E8C-85291534A560}" type="presParOf" srcId="{56EDA98B-C899-46D8-927F-054BE2C3FAC1}" destId="{9750752E-34C8-41AA-9527-CBB2320DAF6E}" srcOrd="3" destOrd="0" presId="urn:microsoft.com/office/officeart/2024/layout/NumberedLinearArrowProcess#1"/>
    <dgm:cxn modelId="{460FED39-5D08-4A17-9E80-3BE6F36945D2}" type="presParOf" srcId="{56EDA98B-C899-46D8-927F-054BE2C3FAC1}" destId="{3B0E73B5-7B6E-430B-BE39-67AC051EEF74}" srcOrd="4" destOrd="0" presId="urn:microsoft.com/office/officeart/2024/layout/NumberedLinearArrowProcess#1"/>
    <dgm:cxn modelId="{8305B2A7-E5C7-4FF4-9316-B094D696B563}" type="presParOf" srcId="{D552AB0F-F4B4-4E67-80FD-CF8F7988C8CC}" destId="{0EED0AAB-F943-4073-AD03-361F09334039}" srcOrd="2" destOrd="0" presId="urn:microsoft.com/office/officeart/2024/layout/NumberedLinearArrowProcess#1"/>
    <dgm:cxn modelId="{9F82FE61-02F9-437F-93DB-E0110133FAEB}" type="presParOf" srcId="{A0106916-6FD9-4665-B06A-3C8FC9D82E4C}" destId="{68F04A3C-94C6-4F9E-B2F9-0EF0966D5EA0}" srcOrd="3" destOrd="0" presId="urn:microsoft.com/office/officeart/2024/layout/NumberedLinearArrowProcess#1"/>
    <dgm:cxn modelId="{F142FC4E-1515-46D6-97D8-3232748E9458}" type="presParOf" srcId="{A0106916-6FD9-4665-B06A-3C8FC9D82E4C}" destId="{04A8E994-FF37-4750-AAEE-73F3907AF967}" srcOrd="4" destOrd="0" presId="urn:microsoft.com/office/officeart/2024/layout/NumberedLinearArrowProcess#1"/>
    <dgm:cxn modelId="{44D058D0-48EF-4D4F-A1D6-38A4AF681D00}" type="presParOf" srcId="{04A8E994-FF37-4750-AAEE-73F3907AF967}" destId="{8F1206C3-E3CF-4282-AB35-8006CA6BD4CA}" srcOrd="0" destOrd="0" presId="urn:microsoft.com/office/officeart/2024/layout/NumberedLinearArrowProcess#1"/>
    <dgm:cxn modelId="{FB56FDDE-420C-49F0-80C7-C2D4F610C372}" type="presParOf" srcId="{04A8E994-FF37-4750-AAEE-73F3907AF967}" destId="{C15A872F-8AC0-4B36-9699-CB77B11E4047}" srcOrd="1" destOrd="0" presId="urn:microsoft.com/office/officeart/2024/layout/NumberedLinearArrowProcess#1"/>
    <dgm:cxn modelId="{CA569DF1-EA6F-4C9D-A270-F4093753174C}" type="presParOf" srcId="{C15A872F-8AC0-4B36-9699-CB77B11E4047}" destId="{7BD3A78A-7E78-499E-9BEC-3B7C5CCD86CA}" srcOrd="0" destOrd="0" presId="urn:microsoft.com/office/officeart/2024/layout/NumberedLinearArrowProcess#1"/>
    <dgm:cxn modelId="{9D9242AD-344C-4563-BBE8-D984941F07C1}" type="presParOf" srcId="{C15A872F-8AC0-4B36-9699-CB77B11E4047}" destId="{14076899-609C-4D18-AAD9-777C5E61E3AB}" srcOrd="1" destOrd="0" presId="urn:microsoft.com/office/officeart/2024/layout/NumberedLinearArrowProcess#1"/>
    <dgm:cxn modelId="{EBEBC5DD-DFCD-473E-8EE0-45FEC3B20201}" type="presParOf" srcId="{C15A872F-8AC0-4B36-9699-CB77B11E4047}" destId="{0A48491E-56C5-4D1E-9FE8-CE45866F65F4}" srcOrd="2" destOrd="0" presId="urn:microsoft.com/office/officeart/2024/layout/NumberedLinearArrowProcess#1"/>
    <dgm:cxn modelId="{6FD65248-24DB-4182-B509-1EFFC438A910}" type="presParOf" srcId="{C15A872F-8AC0-4B36-9699-CB77B11E4047}" destId="{253F2FA5-5088-4C57-A9CE-F10B7487195B}" srcOrd="3" destOrd="0" presId="urn:microsoft.com/office/officeart/2024/layout/NumberedLinearArrowProcess#1"/>
    <dgm:cxn modelId="{11CB191A-4ABE-4D53-9C11-8E6C5BBFCB3B}" type="presParOf" srcId="{C15A872F-8AC0-4B36-9699-CB77B11E4047}" destId="{27006950-6D3C-41CB-8F5F-810F11EADC31}" srcOrd="4" destOrd="0" presId="urn:microsoft.com/office/officeart/2024/layout/NumberedLinearArrowProcess#1"/>
    <dgm:cxn modelId="{03C97E9B-C9C2-429E-8D1D-0FD4D93B9A4C}" type="presParOf" srcId="{04A8E994-FF37-4750-AAEE-73F3907AF967}" destId="{CA1F0580-9D51-47C4-8C23-5AF48868A96D}" srcOrd="2" destOrd="0" presId="urn:microsoft.com/office/officeart/2024/layout/NumberedLinearArrowProcess#1"/>
    <dgm:cxn modelId="{3ECD9074-23A8-466E-B53A-F310BA4C4668}" type="presParOf" srcId="{A0106916-6FD9-4665-B06A-3C8FC9D82E4C}" destId="{E2DE192F-BB2C-4FCF-A07C-7E519EBBFBAE}" srcOrd="5" destOrd="0" presId="urn:microsoft.com/office/officeart/2024/layout/NumberedLinearArrowProcess#1"/>
    <dgm:cxn modelId="{FE605BF2-2AA8-4345-9D3B-35FB1E7E077C}" type="presParOf" srcId="{A0106916-6FD9-4665-B06A-3C8FC9D82E4C}" destId="{27239C87-827D-42B9-80EB-AF31499311BB}" srcOrd="6" destOrd="0" presId="urn:microsoft.com/office/officeart/2024/layout/NumberedLinearArrowProcess#1"/>
    <dgm:cxn modelId="{D5014FA9-A18C-4F46-8F8F-6020BEA76A0D}" type="presParOf" srcId="{27239C87-827D-42B9-80EB-AF31499311BB}" destId="{1F1E3E40-F51E-4809-8D2C-5468981A436E}" srcOrd="0" destOrd="0" presId="urn:microsoft.com/office/officeart/2024/layout/NumberedLinearArrowProcess#1"/>
    <dgm:cxn modelId="{5B5ABBC4-5B43-4E5D-A974-5930680264D9}" type="presParOf" srcId="{27239C87-827D-42B9-80EB-AF31499311BB}" destId="{C66C5000-34D5-47B8-BA42-11D9FCA71B38}" srcOrd="1" destOrd="0" presId="urn:microsoft.com/office/officeart/2024/layout/NumberedLinearArrowProcess#1"/>
    <dgm:cxn modelId="{C6FD255F-83AC-433B-9F9A-0B65F4D8FA24}" type="presParOf" srcId="{C66C5000-34D5-47B8-BA42-11D9FCA71B38}" destId="{10784161-DFB6-428E-ADB6-B945DA8C31AE}" srcOrd="0" destOrd="0" presId="urn:microsoft.com/office/officeart/2024/layout/NumberedLinearArrowProcess#1"/>
    <dgm:cxn modelId="{15E70100-23A6-4911-A5E3-C4093579114A}" type="presParOf" srcId="{C66C5000-34D5-47B8-BA42-11D9FCA71B38}" destId="{2E1F2688-9D7B-4DEB-B956-DF278546DAEB}" srcOrd="1" destOrd="0" presId="urn:microsoft.com/office/officeart/2024/layout/NumberedLinearArrowProcess#1"/>
    <dgm:cxn modelId="{7F270C6A-EEAE-4B06-A0D8-943E06D87DB8}" type="presParOf" srcId="{C66C5000-34D5-47B8-BA42-11D9FCA71B38}" destId="{3497BAAB-5C29-412B-A28F-364E30760807}" srcOrd="2" destOrd="0" presId="urn:microsoft.com/office/officeart/2024/layout/NumberedLinearArrowProcess#1"/>
    <dgm:cxn modelId="{DF14DC63-761F-45BE-91F2-73FCD0199D8F}" type="presParOf" srcId="{C66C5000-34D5-47B8-BA42-11D9FCA71B38}" destId="{77BEC7C5-C920-451F-9DBE-B5CCD4E91069}" srcOrd="3" destOrd="0" presId="urn:microsoft.com/office/officeart/2024/layout/NumberedLinearArrowProcess#1"/>
    <dgm:cxn modelId="{939ADF61-851B-4D1A-B318-06C2B1350818}" type="presParOf" srcId="{C66C5000-34D5-47B8-BA42-11D9FCA71B38}" destId="{FE0CD279-0F75-4C01-8201-B860C5D86B1D}" srcOrd="4" destOrd="0" presId="urn:microsoft.com/office/officeart/2024/layout/NumberedLinearArrowProcess#1"/>
    <dgm:cxn modelId="{21C7A39E-CA56-40E8-9DA6-128714ECCBB1}" type="presParOf" srcId="{27239C87-827D-42B9-80EB-AF31499311BB}" destId="{91917F94-C006-4EF8-8E2E-8880458AFDD9}" srcOrd="2" destOrd="0" presId="urn:microsoft.com/office/officeart/2024/layout/NumberedLinearArrowProcess#1"/>
    <dgm:cxn modelId="{F2C37273-4F27-4CA0-B104-92A907D7CF4C}" type="presParOf" srcId="{A0106916-6FD9-4665-B06A-3C8FC9D82E4C}" destId="{C4020EF1-3DC9-4B44-9431-C7A05991BCF7}" srcOrd="7" destOrd="0" presId="urn:microsoft.com/office/officeart/2024/layout/NumberedLinearArrowProcess#1"/>
    <dgm:cxn modelId="{13900173-7018-4ADB-8A6A-9FB3BF389DE8}" type="presParOf" srcId="{A0106916-6FD9-4665-B06A-3C8FC9D82E4C}" destId="{456171B3-1AC7-440E-84CC-0CFFCDCBD4E3}" srcOrd="8" destOrd="0" presId="urn:microsoft.com/office/officeart/2024/layout/NumberedLinearArrowProcess#1"/>
    <dgm:cxn modelId="{E1DFE735-B900-456F-990D-37BDFEA8A68B}" type="presParOf" srcId="{456171B3-1AC7-440E-84CC-0CFFCDCBD4E3}" destId="{5FAC02F3-FF30-4123-9D0E-714F27B83BC8}" srcOrd="0" destOrd="0" presId="urn:microsoft.com/office/officeart/2024/layout/NumberedLinearArrowProcess#1"/>
    <dgm:cxn modelId="{89AC4F79-57C2-4C34-A663-64202076283D}" type="presParOf" srcId="{456171B3-1AC7-440E-84CC-0CFFCDCBD4E3}" destId="{0A0D3A7B-26BA-4861-AD4E-9620D0B14608}" srcOrd="1" destOrd="0" presId="urn:microsoft.com/office/officeart/2024/layout/NumberedLinearArrowProcess#1"/>
    <dgm:cxn modelId="{7CAD9A2B-17DC-4950-91EB-4F3B284FC73E}" type="presParOf" srcId="{0A0D3A7B-26BA-4861-AD4E-9620D0B14608}" destId="{50EC184D-CBC3-4BA0-9AD9-7DD7DC3B75E5}" srcOrd="0" destOrd="0" presId="urn:microsoft.com/office/officeart/2024/layout/NumberedLinearArrowProcess#1"/>
    <dgm:cxn modelId="{147DBEA3-D9ED-41D3-A065-2CDD542D25D5}" type="presParOf" srcId="{0A0D3A7B-26BA-4861-AD4E-9620D0B14608}" destId="{5AA4C524-864B-4F9E-A33A-DB6777AA8CFE}" srcOrd="1" destOrd="0" presId="urn:microsoft.com/office/officeart/2024/layout/NumberedLinearArrowProcess#1"/>
    <dgm:cxn modelId="{99EC4115-61FF-4457-B7CE-0E974315387D}" type="presParOf" srcId="{0A0D3A7B-26BA-4861-AD4E-9620D0B14608}" destId="{8FD0C431-C39D-496D-90FE-15ACA23C8D72}" srcOrd="2" destOrd="0" presId="urn:microsoft.com/office/officeart/2024/layout/NumberedLinearArrowProcess#1"/>
    <dgm:cxn modelId="{953355FA-2235-4677-BDC3-A85BDD4F1ABD}" type="presParOf" srcId="{0A0D3A7B-26BA-4861-AD4E-9620D0B14608}" destId="{9F349B36-8704-46AC-823A-D054E299A88E}" srcOrd="3" destOrd="0" presId="urn:microsoft.com/office/officeart/2024/layout/NumberedLinearArrowProcess#1"/>
    <dgm:cxn modelId="{7F439277-58CA-4E7C-AFFB-9108615EDC2E}" type="presParOf" srcId="{0A0D3A7B-26BA-4861-AD4E-9620D0B14608}" destId="{B9B19C1E-817B-4E80-872F-97500F55E64B}" srcOrd="4" destOrd="0" presId="urn:microsoft.com/office/officeart/2024/layout/NumberedLinearArrowProcess#1"/>
    <dgm:cxn modelId="{83C35814-95EC-4E6A-9513-96D3CEC581F5}" type="presParOf" srcId="{456171B3-1AC7-440E-84CC-0CFFCDCBD4E3}" destId="{6C37F04E-88D8-406D-9A8E-4C964981430C}" srcOrd="2" destOrd="0" presId="urn:microsoft.com/office/officeart/2024/layout/NumberedLinearArrowProcess#1"/>
    <dgm:cxn modelId="{BCBBB04D-874B-4096-85A2-53153BF29E62}" type="presParOf" srcId="{A0106916-6FD9-4665-B06A-3C8FC9D82E4C}" destId="{5E55F590-6150-4442-9DA3-A1A2E4FFF51F}" srcOrd="9" destOrd="0" presId="urn:microsoft.com/office/officeart/2024/layout/NumberedLinearArrowProcess#1"/>
    <dgm:cxn modelId="{CCF005C8-6D9F-4474-A5F6-8FC303B38204}" type="presParOf" srcId="{A0106916-6FD9-4665-B06A-3C8FC9D82E4C}" destId="{ED541773-D019-4E79-9B79-6C0BB57883AF}" srcOrd="10" destOrd="0" presId="urn:microsoft.com/office/officeart/2024/layout/NumberedLinearArrowProcess#1"/>
    <dgm:cxn modelId="{E7EE1F4B-E2DE-48F9-AA0F-C1988AB6EEC5}" type="presParOf" srcId="{ED541773-D019-4E79-9B79-6C0BB57883AF}" destId="{2D98E7FE-B593-470B-9540-14B7F6511571}" srcOrd="0" destOrd="0" presId="urn:microsoft.com/office/officeart/2024/layout/NumberedLinearArrowProcess#1"/>
    <dgm:cxn modelId="{53406208-1BDB-41C9-BF47-446711273316}" type="presParOf" srcId="{ED541773-D019-4E79-9B79-6C0BB57883AF}" destId="{C623255B-054E-4E3B-98FF-BFC47D66FCD8}" srcOrd="1" destOrd="0" presId="urn:microsoft.com/office/officeart/2024/layout/NumberedLinearArrowProcess#1"/>
    <dgm:cxn modelId="{418F68F3-AC29-46A6-89CD-23237428B877}" type="presParOf" srcId="{C623255B-054E-4E3B-98FF-BFC47D66FCD8}" destId="{2D545A0D-E74B-4F66-9C2D-1898137D6CFD}" srcOrd="0" destOrd="0" presId="urn:microsoft.com/office/officeart/2024/layout/NumberedLinearArrowProcess#1"/>
    <dgm:cxn modelId="{A08065CB-98FB-459C-8D13-D13B81C6362E}" type="presParOf" srcId="{C623255B-054E-4E3B-98FF-BFC47D66FCD8}" destId="{C4620AB8-A926-47BB-A3C8-76689875FBEE}" srcOrd="1" destOrd="0" presId="urn:microsoft.com/office/officeart/2024/layout/NumberedLinearArrowProcess#1"/>
    <dgm:cxn modelId="{5F155029-CBA5-4FC6-BA68-0B50886B0416}" type="presParOf" srcId="{C623255B-054E-4E3B-98FF-BFC47D66FCD8}" destId="{158229F2-8E8A-474F-B84A-F8206230F298}" srcOrd="2" destOrd="0" presId="urn:microsoft.com/office/officeart/2024/layout/NumberedLinearArrowProcess#1"/>
    <dgm:cxn modelId="{F99087B7-E80E-4D28-8676-3AE53A560CD3}" type="presParOf" srcId="{C623255B-054E-4E3B-98FF-BFC47D66FCD8}" destId="{A6CAB0E7-FCFC-4072-9793-9127CB65AFE9}" srcOrd="3" destOrd="0" presId="urn:microsoft.com/office/officeart/2024/layout/NumberedLinearArrowProcess#1"/>
    <dgm:cxn modelId="{E79AC879-D4C1-41C9-948D-1B98B3B2CD5D}" type="presParOf" srcId="{C623255B-054E-4E3B-98FF-BFC47D66FCD8}" destId="{843F1501-0D00-49DA-BAA4-D5A5E88229BA}" srcOrd="4" destOrd="0" presId="urn:microsoft.com/office/officeart/2024/layout/NumberedLinearArrowProcess#1"/>
    <dgm:cxn modelId="{1368A2DC-A87A-472D-893E-A69A4225C88A}" type="presParOf" srcId="{ED541773-D019-4E79-9B79-6C0BB57883AF}" destId="{C643636E-83DF-474F-8EF6-9A65DA563B0A}" srcOrd="2" destOrd="0" presId="urn:microsoft.com/office/officeart/2024/layout/NumberedLinearArrowProcess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03820F6-0D07-4CF9-BC69-5EF025CE2298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5F8F0F8-2E74-479D-9B1F-A788A7EE95E3}">
      <dgm:prSet phldrT="[Text]" custT="1"/>
      <dgm:spPr/>
      <dgm:t>
        <a:bodyPr/>
        <a:lstStyle/>
        <a:p>
          <a:pPr>
            <a:buNone/>
          </a:pPr>
          <a:r>
            <a:rPr lang="en-US" sz="1200" b="1" dirty="0">
              <a:solidFill>
                <a:schemeClr val="bg1"/>
              </a:solidFill>
            </a:rPr>
            <a:t>User Question</a:t>
          </a:r>
          <a:endParaRPr lang="en-US" sz="1200" dirty="0">
            <a:solidFill>
              <a:schemeClr val="bg1"/>
            </a:solidFill>
          </a:endParaRPr>
        </a:p>
        <a:p>
          <a:pPr>
            <a:buNone/>
          </a:pPr>
          <a:r>
            <a:rPr lang="en-US" sz="1200" b="1" dirty="0">
              <a:solidFill>
                <a:schemeClr val="bg1"/>
              </a:solidFill>
            </a:rPr>
            <a:t>“Billing / labs / history?”</a:t>
          </a:r>
          <a:endParaRPr lang="en-IN" sz="1200" dirty="0">
            <a:solidFill>
              <a:schemeClr val="bg1"/>
            </a:solidFill>
          </a:endParaRPr>
        </a:p>
      </dgm:t>
    </dgm:pt>
    <dgm:pt modelId="{720838BA-4E1E-423E-BC24-BD3FA2F2C422}" type="parTrans" cxnId="{B95E4037-3B45-47EE-9D5E-B68EF526DE5A}">
      <dgm:prSet/>
      <dgm:spPr/>
      <dgm:t>
        <a:bodyPr/>
        <a:lstStyle/>
        <a:p>
          <a:endParaRPr lang="en-IN"/>
        </a:p>
      </dgm:t>
    </dgm:pt>
    <dgm:pt modelId="{A15831DE-F6DC-42EC-A43B-E12E9B9CEC6A}" type="sibTrans" cxnId="{B95E4037-3B45-47EE-9D5E-B68EF526DE5A}">
      <dgm:prSet/>
      <dgm:spPr/>
      <dgm:t>
        <a:bodyPr/>
        <a:lstStyle/>
        <a:p>
          <a:endParaRPr lang="en-IN"/>
        </a:p>
      </dgm:t>
    </dgm:pt>
    <dgm:pt modelId="{8B8D066F-612A-4C6D-9A41-62DED11DE4E7}">
      <dgm:prSet phldrT="[Text]" custT="1"/>
      <dgm:spPr/>
      <dgm:t>
        <a:bodyPr/>
        <a:lstStyle/>
        <a:p>
          <a:pPr>
            <a:buNone/>
          </a:pPr>
          <a:r>
            <a:rPr lang="en-US" sz="1200" b="1" dirty="0">
              <a:solidFill>
                <a:schemeClr val="bg1"/>
              </a:solidFill>
            </a:rPr>
            <a:t>Planner + Router</a:t>
          </a:r>
          <a:endParaRPr lang="en-US" sz="1200" dirty="0">
            <a:solidFill>
              <a:schemeClr val="bg1"/>
            </a:solidFill>
          </a:endParaRPr>
        </a:p>
        <a:p>
          <a:pPr>
            <a:buNone/>
          </a:pPr>
          <a:r>
            <a:rPr lang="en-US" sz="1200" b="1" dirty="0">
              <a:solidFill>
                <a:schemeClr val="bg1"/>
              </a:solidFill>
            </a:rPr>
            <a:t>route = </a:t>
          </a:r>
          <a:r>
            <a:rPr lang="en-US" sz="1200" b="1" dirty="0" err="1">
              <a:solidFill>
                <a:schemeClr val="bg1"/>
              </a:solidFill>
            </a:rPr>
            <a:t>mcp</a:t>
          </a:r>
          <a:endParaRPr lang="en-IN" sz="1200" dirty="0">
            <a:solidFill>
              <a:schemeClr val="bg1"/>
            </a:solidFill>
          </a:endParaRPr>
        </a:p>
      </dgm:t>
    </dgm:pt>
    <dgm:pt modelId="{C7540D62-221D-4993-96AE-343C9D01BE18}" type="parTrans" cxnId="{130D54C9-3CA6-4E17-A534-645A0662F412}">
      <dgm:prSet/>
      <dgm:spPr/>
      <dgm:t>
        <a:bodyPr/>
        <a:lstStyle/>
        <a:p>
          <a:endParaRPr lang="en-IN"/>
        </a:p>
      </dgm:t>
    </dgm:pt>
    <dgm:pt modelId="{5FEE2E7A-4959-4C08-9915-69622FE77943}" type="sibTrans" cxnId="{130D54C9-3CA6-4E17-A534-645A0662F412}">
      <dgm:prSet/>
      <dgm:spPr/>
      <dgm:t>
        <a:bodyPr/>
        <a:lstStyle/>
        <a:p>
          <a:endParaRPr lang="en-IN"/>
        </a:p>
      </dgm:t>
    </dgm:pt>
    <dgm:pt modelId="{5434C765-BD3C-4055-8B3E-8B8DBF1809AE}">
      <dgm:prSet phldrT="[Text]" custT="1"/>
      <dgm:spPr/>
      <dgm:t>
        <a:bodyPr/>
        <a:lstStyle/>
        <a:p>
          <a:pPr>
            <a:buNone/>
          </a:pPr>
          <a:r>
            <a:rPr lang="en-US" sz="1200" b="1" dirty="0">
              <a:solidFill>
                <a:schemeClr val="bg1"/>
              </a:solidFill>
            </a:rPr>
            <a:t>MCP Agent</a:t>
          </a:r>
          <a:endParaRPr lang="en-US" sz="1200" dirty="0">
            <a:solidFill>
              <a:schemeClr val="bg1"/>
            </a:solidFill>
          </a:endParaRPr>
        </a:p>
        <a:p>
          <a:pPr>
            <a:buNone/>
          </a:pPr>
          <a:r>
            <a:rPr lang="en-US" sz="1200" b="1" dirty="0">
              <a:solidFill>
                <a:schemeClr val="bg1"/>
              </a:solidFill>
            </a:rPr>
            <a:t>Tool selector</a:t>
          </a:r>
          <a:endParaRPr lang="en-IN" sz="1200" dirty="0">
            <a:solidFill>
              <a:schemeClr val="bg1"/>
            </a:solidFill>
          </a:endParaRPr>
        </a:p>
      </dgm:t>
    </dgm:pt>
    <dgm:pt modelId="{8DCF2BE7-B0D6-4A05-B42C-4AF0DCEB71D8}" type="parTrans" cxnId="{264CCEA3-A610-449C-95FA-076CC9675181}">
      <dgm:prSet/>
      <dgm:spPr/>
      <dgm:t>
        <a:bodyPr/>
        <a:lstStyle/>
        <a:p>
          <a:endParaRPr lang="en-IN"/>
        </a:p>
      </dgm:t>
    </dgm:pt>
    <dgm:pt modelId="{B08E6527-09D6-4CBA-9052-15EA866BBDCE}" type="sibTrans" cxnId="{264CCEA3-A610-449C-95FA-076CC9675181}">
      <dgm:prSet/>
      <dgm:spPr/>
      <dgm:t>
        <a:bodyPr/>
        <a:lstStyle/>
        <a:p>
          <a:endParaRPr lang="en-IN"/>
        </a:p>
      </dgm:t>
    </dgm:pt>
    <dgm:pt modelId="{538D102B-DA25-46E3-9204-D1B15370677B}">
      <dgm:prSet phldrT="[Text]" custT="1"/>
      <dgm:spPr/>
      <dgm:t>
        <a:bodyPr/>
        <a:lstStyle/>
        <a:p>
          <a:pPr>
            <a:buNone/>
          </a:pPr>
          <a:r>
            <a:rPr lang="en-US" sz="1200" b="1" dirty="0">
              <a:solidFill>
                <a:schemeClr val="bg1"/>
              </a:solidFill>
            </a:rPr>
            <a:t>Hospital Data Tools</a:t>
          </a:r>
          <a:endParaRPr lang="en-US" sz="1200" dirty="0">
            <a:solidFill>
              <a:schemeClr val="bg1"/>
            </a:solidFill>
          </a:endParaRPr>
        </a:p>
        <a:p>
          <a:pPr>
            <a:buNone/>
          </a:pPr>
          <a:r>
            <a:rPr lang="en-US" sz="1200" b="1" dirty="0">
              <a:solidFill>
                <a:schemeClr val="bg1"/>
              </a:solidFill>
            </a:rPr>
            <a:t>patient history | labs | billing</a:t>
          </a:r>
          <a:endParaRPr lang="en-IN" sz="1200" dirty="0">
            <a:solidFill>
              <a:schemeClr val="bg1"/>
            </a:solidFill>
          </a:endParaRPr>
        </a:p>
      </dgm:t>
    </dgm:pt>
    <dgm:pt modelId="{904FDDC4-8B8D-48C0-BB3F-8C562E24FF6B}" type="parTrans" cxnId="{D587F7F4-2DD8-4BBE-A012-E4601ED70528}">
      <dgm:prSet/>
      <dgm:spPr/>
      <dgm:t>
        <a:bodyPr/>
        <a:lstStyle/>
        <a:p>
          <a:endParaRPr lang="en-IN"/>
        </a:p>
      </dgm:t>
    </dgm:pt>
    <dgm:pt modelId="{658E4B91-07FB-400F-BF11-6E05FCF6C358}" type="sibTrans" cxnId="{D587F7F4-2DD8-4BBE-A012-E4601ED70528}">
      <dgm:prSet/>
      <dgm:spPr/>
      <dgm:t>
        <a:bodyPr/>
        <a:lstStyle/>
        <a:p>
          <a:endParaRPr lang="en-IN"/>
        </a:p>
      </dgm:t>
    </dgm:pt>
    <dgm:pt modelId="{F50654D7-7404-4342-93DF-1CF9338F9092}">
      <dgm:prSet phldrT="[Text]" custT="1"/>
      <dgm:spPr/>
      <dgm:t>
        <a:bodyPr/>
        <a:lstStyle/>
        <a:p>
          <a:pPr>
            <a:buNone/>
          </a:pPr>
          <a:r>
            <a:rPr lang="en-US" sz="1200" b="1" dirty="0">
              <a:solidFill>
                <a:schemeClr val="bg1"/>
              </a:solidFill>
            </a:rPr>
            <a:t>Controlled Context</a:t>
          </a:r>
          <a:endParaRPr lang="en-US" sz="1200" dirty="0">
            <a:solidFill>
              <a:schemeClr val="bg1"/>
            </a:solidFill>
          </a:endParaRPr>
        </a:p>
        <a:p>
          <a:pPr>
            <a:buNone/>
          </a:pPr>
          <a:r>
            <a:rPr lang="en-US" sz="1200" b="1" dirty="0">
              <a:solidFill>
                <a:schemeClr val="bg1"/>
              </a:solidFill>
            </a:rPr>
            <a:t>structured response payload</a:t>
          </a:r>
          <a:endParaRPr lang="en-IN" sz="1200" dirty="0">
            <a:solidFill>
              <a:schemeClr val="bg1"/>
            </a:solidFill>
          </a:endParaRPr>
        </a:p>
      </dgm:t>
    </dgm:pt>
    <dgm:pt modelId="{07D40F22-06DD-4AA5-B6B8-B67BA272234E}" type="parTrans" cxnId="{EF0AC505-E1F5-4BCC-A721-F4518A501556}">
      <dgm:prSet/>
      <dgm:spPr/>
      <dgm:t>
        <a:bodyPr/>
        <a:lstStyle/>
        <a:p>
          <a:endParaRPr lang="en-IN"/>
        </a:p>
      </dgm:t>
    </dgm:pt>
    <dgm:pt modelId="{5F933CF0-CC42-4FA9-B2C1-6635EC4A3665}" type="sibTrans" cxnId="{EF0AC505-E1F5-4BCC-A721-F4518A501556}">
      <dgm:prSet/>
      <dgm:spPr/>
      <dgm:t>
        <a:bodyPr/>
        <a:lstStyle/>
        <a:p>
          <a:endParaRPr lang="en-IN"/>
        </a:p>
      </dgm:t>
    </dgm:pt>
    <dgm:pt modelId="{8D83E3F7-6543-4B53-934B-8B4983309F51}">
      <dgm:prSet phldrT="[Text]" custT="1"/>
      <dgm:spPr/>
      <dgm:t>
        <a:bodyPr/>
        <a:lstStyle/>
        <a:p>
          <a:pPr>
            <a:buNone/>
          </a:pPr>
          <a:r>
            <a:rPr lang="en-US" sz="1200" b="1" dirty="0">
              <a:solidFill>
                <a:schemeClr val="bg1"/>
              </a:solidFill>
            </a:rPr>
            <a:t>Reasoning Agent</a:t>
          </a:r>
          <a:endParaRPr lang="en-IN" sz="1200" dirty="0">
            <a:solidFill>
              <a:schemeClr val="bg1"/>
            </a:solidFill>
          </a:endParaRPr>
        </a:p>
      </dgm:t>
    </dgm:pt>
    <dgm:pt modelId="{2BEB94DF-42C0-4D6E-9908-F9FCE7B890A2}" type="parTrans" cxnId="{54BE1DC1-81D3-4FFA-80E0-0FEC510F2F5D}">
      <dgm:prSet/>
      <dgm:spPr/>
      <dgm:t>
        <a:bodyPr/>
        <a:lstStyle/>
        <a:p>
          <a:endParaRPr lang="en-IN"/>
        </a:p>
      </dgm:t>
    </dgm:pt>
    <dgm:pt modelId="{DA98F8FF-359B-46B0-8F4A-1747A60F18F9}" type="sibTrans" cxnId="{54BE1DC1-81D3-4FFA-80E0-0FEC510F2F5D}">
      <dgm:prSet/>
      <dgm:spPr/>
      <dgm:t>
        <a:bodyPr/>
        <a:lstStyle/>
        <a:p>
          <a:endParaRPr lang="en-IN"/>
        </a:p>
      </dgm:t>
    </dgm:pt>
    <dgm:pt modelId="{8B5BF2F8-8D5F-4C35-AA28-46F6F5328FAB}">
      <dgm:prSet custT="1"/>
      <dgm:spPr/>
      <dgm:t>
        <a:bodyPr/>
        <a:lstStyle/>
        <a:p>
          <a:pPr>
            <a:buNone/>
          </a:pPr>
          <a:r>
            <a:rPr lang="en-US" sz="1200" b="1" dirty="0">
              <a:solidFill>
                <a:schemeClr val="bg1"/>
              </a:solidFill>
            </a:rPr>
            <a:t>final safe answer</a:t>
          </a:r>
          <a:endParaRPr lang="en-US" sz="1200" dirty="0">
            <a:solidFill>
              <a:schemeClr val="bg1"/>
            </a:solidFill>
          </a:endParaRPr>
        </a:p>
      </dgm:t>
    </dgm:pt>
    <dgm:pt modelId="{450B2FE5-6D88-407C-B092-DC9BC5E53544}" type="parTrans" cxnId="{2356A83F-7486-4ECB-877F-CE4962232B34}">
      <dgm:prSet/>
      <dgm:spPr/>
      <dgm:t>
        <a:bodyPr/>
        <a:lstStyle/>
        <a:p>
          <a:endParaRPr lang="en-IN"/>
        </a:p>
      </dgm:t>
    </dgm:pt>
    <dgm:pt modelId="{D2FE9E0C-6432-443D-896B-6287C7D8BD54}" type="sibTrans" cxnId="{2356A83F-7486-4ECB-877F-CE4962232B34}">
      <dgm:prSet/>
      <dgm:spPr/>
      <dgm:t>
        <a:bodyPr/>
        <a:lstStyle/>
        <a:p>
          <a:endParaRPr lang="en-IN"/>
        </a:p>
      </dgm:t>
    </dgm:pt>
    <dgm:pt modelId="{02447A1D-1FB0-498D-80D6-0F1AEE9D5DAF}" type="pres">
      <dgm:prSet presAssocID="{303820F6-0D07-4CF9-BC69-5EF025CE2298}" presName="Name0" presStyleCnt="0">
        <dgm:presLayoutVars>
          <dgm:dir/>
          <dgm:resizeHandles val="exact"/>
        </dgm:presLayoutVars>
      </dgm:prSet>
      <dgm:spPr/>
    </dgm:pt>
    <dgm:pt modelId="{EB37C4A3-3FCC-4E32-9450-B3E5BE78A929}" type="pres">
      <dgm:prSet presAssocID="{65F8F0F8-2E74-479D-9B1F-A788A7EE95E3}" presName="node" presStyleLbl="node1" presStyleIdx="0" presStyleCnt="7">
        <dgm:presLayoutVars>
          <dgm:bulletEnabled val="1"/>
        </dgm:presLayoutVars>
      </dgm:prSet>
      <dgm:spPr/>
    </dgm:pt>
    <dgm:pt modelId="{DE2F54D8-2657-4D95-972E-5752D210E400}" type="pres">
      <dgm:prSet presAssocID="{A15831DE-F6DC-42EC-A43B-E12E9B9CEC6A}" presName="sibTrans" presStyleLbl="sibTrans1D1" presStyleIdx="0" presStyleCnt="6"/>
      <dgm:spPr/>
    </dgm:pt>
    <dgm:pt modelId="{72288ACB-5635-4430-B281-945B5F6E204F}" type="pres">
      <dgm:prSet presAssocID="{A15831DE-F6DC-42EC-A43B-E12E9B9CEC6A}" presName="connectorText" presStyleLbl="sibTrans1D1" presStyleIdx="0" presStyleCnt="6"/>
      <dgm:spPr/>
    </dgm:pt>
    <dgm:pt modelId="{8F265D11-7509-401C-87BC-17191D7E7FC7}" type="pres">
      <dgm:prSet presAssocID="{8B8D066F-612A-4C6D-9A41-62DED11DE4E7}" presName="node" presStyleLbl="node1" presStyleIdx="1" presStyleCnt="7">
        <dgm:presLayoutVars>
          <dgm:bulletEnabled val="1"/>
        </dgm:presLayoutVars>
      </dgm:prSet>
      <dgm:spPr/>
    </dgm:pt>
    <dgm:pt modelId="{50BCCE6C-C978-4064-AC09-A0CEB4480633}" type="pres">
      <dgm:prSet presAssocID="{5FEE2E7A-4959-4C08-9915-69622FE77943}" presName="sibTrans" presStyleLbl="sibTrans1D1" presStyleIdx="1" presStyleCnt="6"/>
      <dgm:spPr/>
    </dgm:pt>
    <dgm:pt modelId="{BDF0A3B0-90E5-4195-BF48-2AE21CEE64CC}" type="pres">
      <dgm:prSet presAssocID="{5FEE2E7A-4959-4C08-9915-69622FE77943}" presName="connectorText" presStyleLbl="sibTrans1D1" presStyleIdx="1" presStyleCnt="6"/>
      <dgm:spPr/>
    </dgm:pt>
    <dgm:pt modelId="{23A4E4D9-1064-4E41-BB66-B9511A654D51}" type="pres">
      <dgm:prSet presAssocID="{5434C765-BD3C-4055-8B3E-8B8DBF1809AE}" presName="node" presStyleLbl="node1" presStyleIdx="2" presStyleCnt="7">
        <dgm:presLayoutVars>
          <dgm:bulletEnabled val="1"/>
        </dgm:presLayoutVars>
      </dgm:prSet>
      <dgm:spPr/>
    </dgm:pt>
    <dgm:pt modelId="{4ABF9D59-FE92-4DF7-9FE6-12458C37FFA0}" type="pres">
      <dgm:prSet presAssocID="{B08E6527-09D6-4CBA-9052-15EA866BBDCE}" presName="sibTrans" presStyleLbl="sibTrans1D1" presStyleIdx="2" presStyleCnt="6"/>
      <dgm:spPr/>
    </dgm:pt>
    <dgm:pt modelId="{36D50041-5E81-49D1-8B54-392F478A44AD}" type="pres">
      <dgm:prSet presAssocID="{B08E6527-09D6-4CBA-9052-15EA866BBDCE}" presName="connectorText" presStyleLbl="sibTrans1D1" presStyleIdx="2" presStyleCnt="6"/>
      <dgm:spPr/>
    </dgm:pt>
    <dgm:pt modelId="{C1C2CBA5-9244-431F-B3E9-87941A298B90}" type="pres">
      <dgm:prSet presAssocID="{538D102B-DA25-46E3-9204-D1B15370677B}" presName="node" presStyleLbl="node1" presStyleIdx="3" presStyleCnt="7">
        <dgm:presLayoutVars>
          <dgm:bulletEnabled val="1"/>
        </dgm:presLayoutVars>
      </dgm:prSet>
      <dgm:spPr/>
    </dgm:pt>
    <dgm:pt modelId="{FF5FCD19-0378-485B-BAF7-E693B337B6B7}" type="pres">
      <dgm:prSet presAssocID="{658E4B91-07FB-400F-BF11-6E05FCF6C358}" presName="sibTrans" presStyleLbl="sibTrans1D1" presStyleIdx="3" presStyleCnt="6"/>
      <dgm:spPr/>
    </dgm:pt>
    <dgm:pt modelId="{30FB19EF-89FB-4780-8AE0-BC86E1B7DDDA}" type="pres">
      <dgm:prSet presAssocID="{658E4B91-07FB-400F-BF11-6E05FCF6C358}" presName="connectorText" presStyleLbl="sibTrans1D1" presStyleIdx="3" presStyleCnt="6"/>
      <dgm:spPr/>
    </dgm:pt>
    <dgm:pt modelId="{F80BEA26-6947-45F1-9165-54547B3FE31F}" type="pres">
      <dgm:prSet presAssocID="{F50654D7-7404-4342-93DF-1CF9338F9092}" presName="node" presStyleLbl="node1" presStyleIdx="4" presStyleCnt="7">
        <dgm:presLayoutVars>
          <dgm:bulletEnabled val="1"/>
        </dgm:presLayoutVars>
      </dgm:prSet>
      <dgm:spPr/>
    </dgm:pt>
    <dgm:pt modelId="{F8A0D1A1-5B28-46B3-AB03-690A9504B2CC}" type="pres">
      <dgm:prSet presAssocID="{5F933CF0-CC42-4FA9-B2C1-6635EC4A3665}" presName="sibTrans" presStyleLbl="sibTrans1D1" presStyleIdx="4" presStyleCnt="6"/>
      <dgm:spPr/>
    </dgm:pt>
    <dgm:pt modelId="{1946CB9C-2090-43CC-9421-283369A2D5C9}" type="pres">
      <dgm:prSet presAssocID="{5F933CF0-CC42-4FA9-B2C1-6635EC4A3665}" presName="connectorText" presStyleLbl="sibTrans1D1" presStyleIdx="4" presStyleCnt="6"/>
      <dgm:spPr/>
    </dgm:pt>
    <dgm:pt modelId="{1FF71D97-0D53-4028-B0A1-DEAA29919252}" type="pres">
      <dgm:prSet presAssocID="{8D83E3F7-6543-4B53-934B-8B4983309F51}" presName="node" presStyleLbl="node1" presStyleIdx="5" presStyleCnt="7">
        <dgm:presLayoutVars>
          <dgm:bulletEnabled val="1"/>
        </dgm:presLayoutVars>
      </dgm:prSet>
      <dgm:spPr/>
    </dgm:pt>
    <dgm:pt modelId="{8C59096D-1039-41B6-85C7-92890DA12C62}" type="pres">
      <dgm:prSet presAssocID="{DA98F8FF-359B-46B0-8F4A-1747A60F18F9}" presName="sibTrans" presStyleLbl="sibTrans1D1" presStyleIdx="5" presStyleCnt="6"/>
      <dgm:spPr/>
    </dgm:pt>
    <dgm:pt modelId="{D4FEC7EA-A536-4B06-BDE2-E2C2E67399FA}" type="pres">
      <dgm:prSet presAssocID="{DA98F8FF-359B-46B0-8F4A-1747A60F18F9}" presName="connectorText" presStyleLbl="sibTrans1D1" presStyleIdx="5" presStyleCnt="6"/>
      <dgm:spPr/>
    </dgm:pt>
    <dgm:pt modelId="{243ED205-0A4E-4F14-AB60-D6A7C7EC70B6}" type="pres">
      <dgm:prSet presAssocID="{8B5BF2F8-8D5F-4C35-AA28-46F6F5328FAB}" presName="node" presStyleLbl="node1" presStyleIdx="6" presStyleCnt="7">
        <dgm:presLayoutVars>
          <dgm:bulletEnabled val="1"/>
        </dgm:presLayoutVars>
      </dgm:prSet>
      <dgm:spPr/>
    </dgm:pt>
  </dgm:ptLst>
  <dgm:cxnLst>
    <dgm:cxn modelId="{EF0AC505-E1F5-4BCC-A721-F4518A501556}" srcId="{303820F6-0D07-4CF9-BC69-5EF025CE2298}" destId="{F50654D7-7404-4342-93DF-1CF9338F9092}" srcOrd="4" destOrd="0" parTransId="{07D40F22-06DD-4AA5-B6B8-B67BA272234E}" sibTransId="{5F933CF0-CC42-4FA9-B2C1-6635EC4A3665}"/>
    <dgm:cxn modelId="{FF635806-F398-4C15-A588-02626ECDF540}" type="presOf" srcId="{B08E6527-09D6-4CBA-9052-15EA866BBDCE}" destId="{4ABF9D59-FE92-4DF7-9FE6-12458C37FFA0}" srcOrd="0" destOrd="0" presId="urn:microsoft.com/office/officeart/2005/8/layout/bProcess3"/>
    <dgm:cxn modelId="{2C93DF10-4693-4118-8A0F-8F896BFB5DB8}" type="presOf" srcId="{DA98F8FF-359B-46B0-8F4A-1747A60F18F9}" destId="{8C59096D-1039-41B6-85C7-92890DA12C62}" srcOrd="0" destOrd="0" presId="urn:microsoft.com/office/officeart/2005/8/layout/bProcess3"/>
    <dgm:cxn modelId="{F5940D14-4C90-4166-A145-AA4659CA9A90}" type="presOf" srcId="{5FEE2E7A-4959-4C08-9915-69622FE77943}" destId="{BDF0A3B0-90E5-4195-BF48-2AE21CEE64CC}" srcOrd="1" destOrd="0" presId="urn:microsoft.com/office/officeart/2005/8/layout/bProcess3"/>
    <dgm:cxn modelId="{B95E4037-3B45-47EE-9D5E-B68EF526DE5A}" srcId="{303820F6-0D07-4CF9-BC69-5EF025CE2298}" destId="{65F8F0F8-2E74-479D-9B1F-A788A7EE95E3}" srcOrd="0" destOrd="0" parTransId="{720838BA-4E1E-423E-BC24-BD3FA2F2C422}" sibTransId="{A15831DE-F6DC-42EC-A43B-E12E9B9CEC6A}"/>
    <dgm:cxn modelId="{2356A83F-7486-4ECB-877F-CE4962232B34}" srcId="{303820F6-0D07-4CF9-BC69-5EF025CE2298}" destId="{8B5BF2F8-8D5F-4C35-AA28-46F6F5328FAB}" srcOrd="6" destOrd="0" parTransId="{450B2FE5-6D88-407C-B092-DC9BC5E53544}" sibTransId="{D2FE9E0C-6432-443D-896B-6287C7D8BD54}"/>
    <dgm:cxn modelId="{785CF861-75B5-4711-A77D-3B8DB3207501}" type="presOf" srcId="{DA98F8FF-359B-46B0-8F4A-1747A60F18F9}" destId="{D4FEC7EA-A536-4B06-BDE2-E2C2E67399FA}" srcOrd="1" destOrd="0" presId="urn:microsoft.com/office/officeart/2005/8/layout/bProcess3"/>
    <dgm:cxn modelId="{8E3BAE63-06FE-4A83-8BDC-607D93156FD2}" type="presOf" srcId="{5434C765-BD3C-4055-8B3E-8B8DBF1809AE}" destId="{23A4E4D9-1064-4E41-BB66-B9511A654D51}" srcOrd="0" destOrd="0" presId="urn:microsoft.com/office/officeart/2005/8/layout/bProcess3"/>
    <dgm:cxn modelId="{60333167-FB04-4518-92BF-87AEBFA752B4}" type="presOf" srcId="{A15831DE-F6DC-42EC-A43B-E12E9B9CEC6A}" destId="{72288ACB-5635-4430-B281-945B5F6E204F}" srcOrd="1" destOrd="0" presId="urn:microsoft.com/office/officeart/2005/8/layout/bProcess3"/>
    <dgm:cxn modelId="{6F287E52-C883-4CCC-BE4D-D95B035F8D50}" type="presOf" srcId="{A15831DE-F6DC-42EC-A43B-E12E9B9CEC6A}" destId="{DE2F54D8-2657-4D95-972E-5752D210E400}" srcOrd="0" destOrd="0" presId="urn:microsoft.com/office/officeart/2005/8/layout/bProcess3"/>
    <dgm:cxn modelId="{84842F54-0322-4B00-9162-125A0CF5634B}" type="presOf" srcId="{65F8F0F8-2E74-479D-9B1F-A788A7EE95E3}" destId="{EB37C4A3-3FCC-4E32-9450-B3E5BE78A929}" srcOrd="0" destOrd="0" presId="urn:microsoft.com/office/officeart/2005/8/layout/bProcess3"/>
    <dgm:cxn modelId="{2D619677-3767-4FC6-8CF8-8EC3EC9F1046}" type="presOf" srcId="{5FEE2E7A-4959-4C08-9915-69622FE77943}" destId="{50BCCE6C-C978-4064-AC09-A0CEB4480633}" srcOrd="0" destOrd="0" presId="urn:microsoft.com/office/officeart/2005/8/layout/bProcess3"/>
    <dgm:cxn modelId="{E430A578-A10F-40F5-B5BD-C73C63F6ADC8}" type="presOf" srcId="{658E4B91-07FB-400F-BF11-6E05FCF6C358}" destId="{30FB19EF-89FB-4780-8AE0-BC86E1B7DDDA}" srcOrd="1" destOrd="0" presId="urn:microsoft.com/office/officeart/2005/8/layout/bProcess3"/>
    <dgm:cxn modelId="{9AA16381-4DB1-4F0E-AE52-03C5E8AE6789}" type="presOf" srcId="{303820F6-0D07-4CF9-BC69-5EF025CE2298}" destId="{02447A1D-1FB0-498D-80D6-0F1AEE9D5DAF}" srcOrd="0" destOrd="0" presId="urn:microsoft.com/office/officeart/2005/8/layout/bProcess3"/>
    <dgm:cxn modelId="{5AED0D8D-9494-42AB-B83D-30B1463ADA74}" type="presOf" srcId="{B08E6527-09D6-4CBA-9052-15EA866BBDCE}" destId="{36D50041-5E81-49D1-8B54-392F478A44AD}" srcOrd="1" destOrd="0" presId="urn:microsoft.com/office/officeart/2005/8/layout/bProcess3"/>
    <dgm:cxn modelId="{6952FB92-B666-488E-888A-411E8C52C434}" type="presOf" srcId="{5F933CF0-CC42-4FA9-B2C1-6635EC4A3665}" destId="{F8A0D1A1-5B28-46B3-AB03-690A9504B2CC}" srcOrd="0" destOrd="0" presId="urn:microsoft.com/office/officeart/2005/8/layout/bProcess3"/>
    <dgm:cxn modelId="{FC86DD97-EF40-4838-B552-36FFD89F5E75}" type="presOf" srcId="{F50654D7-7404-4342-93DF-1CF9338F9092}" destId="{F80BEA26-6947-45F1-9165-54547B3FE31F}" srcOrd="0" destOrd="0" presId="urn:microsoft.com/office/officeart/2005/8/layout/bProcess3"/>
    <dgm:cxn modelId="{24C957A2-68E7-46DD-846E-508ED3B6B905}" type="presOf" srcId="{8B8D066F-612A-4C6D-9A41-62DED11DE4E7}" destId="{8F265D11-7509-401C-87BC-17191D7E7FC7}" srcOrd="0" destOrd="0" presId="urn:microsoft.com/office/officeart/2005/8/layout/bProcess3"/>
    <dgm:cxn modelId="{264CCEA3-A610-449C-95FA-076CC9675181}" srcId="{303820F6-0D07-4CF9-BC69-5EF025CE2298}" destId="{5434C765-BD3C-4055-8B3E-8B8DBF1809AE}" srcOrd="2" destOrd="0" parTransId="{8DCF2BE7-B0D6-4A05-B42C-4AF0DCEB71D8}" sibTransId="{B08E6527-09D6-4CBA-9052-15EA866BBDCE}"/>
    <dgm:cxn modelId="{687F50B1-8A27-4FB5-9517-E3619567E64F}" type="presOf" srcId="{5F933CF0-CC42-4FA9-B2C1-6635EC4A3665}" destId="{1946CB9C-2090-43CC-9421-283369A2D5C9}" srcOrd="1" destOrd="0" presId="urn:microsoft.com/office/officeart/2005/8/layout/bProcess3"/>
    <dgm:cxn modelId="{61885DB9-DCAB-4473-A865-076D24FA1751}" type="presOf" srcId="{658E4B91-07FB-400F-BF11-6E05FCF6C358}" destId="{FF5FCD19-0378-485B-BAF7-E693B337B6B7}" srcOrd="0" destOrd="0" presId="urn:microsoft.com/office/officeart/2005/8/layout/bProcess3"/>
    <dgm:cxn modelId="{68A5FEC0-5E3D-4B28-BBC7-AC9B830C62DE}" type="presOf" srcId="{8B5BF2F8-8D5F-4C35-AA28-46F6F5328FAB}" destId="{243ED205-0A4E-4F14-AB60-D6A7C7EC70B6}" srcOrd="0" destOrd="0" presId="urn:microsoft.com/office/officeart/2005/8/layout/bProcess3"/>
    <dgm:cxn modelId="{54BE1DC1-81D3-4FFA-80E0-0FEC510F2F5D}" srcId="{303820F6-0D07-4CF9-BC69-5EF025CE2298}" destId="{8D83E3F7-6543-4B53-934B-8B4983309F51}" srcOrd="5" destOrd="0" parTransId="{2BEB94DF-42C0-4D6E-9908-F9FCE7B890A2}" sibTransId="{DA98F8FF-359B-46B0-8F4A-1747A60F18F9}"/>
    <dgm:cxn modelId="{A91654C8-6A8E-4930-A053-59D1713B7718}" type="presOf" srcId="{8D83E3F7-6543-4B53-934B-8B4983309F51}" destId="{1FF71D97-0D53-4028-B0A1-DEAA29919252}" srcOrd="0" destOrd="0" presId="urn:microsoft.com/office/officeart/2005/8/layout/bProcess3"/>
    <dgm:cxn modelId="{130D54C9-3CA6-4E17-A534-645A0662F412}" srcId="{303820F6-0D07-4CF9-BC69-5EF025CE2298}" destId="{8B8D066F-612A-4C6D-9A41-62DED11DE4E7}" srcOrd="1" destOrd="0" parTransId="{C7540D62-221D-4993-96AE-343C9D01BE18}" sibTransId="{5FEE2E7A-4959-4C08-9915-69622FE77943}"/>
    <dgm:cxn modelId="{4F9942E7-07F5-44A5-B9F1-F59A36AE8D54}" type="presOf" srcId="{538D102B-DA25-46E3-9204-D1B15370677B}" destId="{C1C2CBA5-9244-431F-B3E9-87941A298B90}" srcOrd="0" destOrd="0" presId="urn:microsoft.com/office/officeart/2005/8/layout/bProcess3"/>
    <dgm:cxn modelId="{D587F7F4-2DD8-4BBE-A012-E4601ED70528}" srcId="{303820F6-0D07-4CF9-BC69-5EF025CE2298}" destId="{538D102B-DA25-46E3-9204-D1B15370677B}" srcOrd="3" destOrd="0" parTransId="{904FDDC4-8B8D-48C0-BB3F-8C562E24FF6B}" sibTransId="{658E4B91-07FB-400F-BF11-6E05FCF6C358}"/>
    <dgm:cxn modelId="{92A945F1-4DA0-4588-A1C5-29E76D4DB3FB}" type="presParOf" srcId="{02447A1D-1FB0-498D-80D6-0F1AEE9D5DAF}" destId="{EB37C4A3-3FCC-4E32-9450-B3E5BE78A929}" srcOrd="0" destOrd="0" presId="urn:microsoft.com/office/officeart/2005/8/layout/bProcess3"/>
    <dgm:cxn modelId="{2089556A-60F9-4113-BC21-A6BDA8355EA1}" type="presParOf" srcId="{02447A1D-1FB0-498D-80D6-0F1AEE9D5DAF}" destId="{DE2F54D8-2657-4D95-972E-5752D210E400}" srcOrd="1" destOrd="0" presId="urn:microsoft.com/office/officeart/2005/8/layout/bProcess3"/>
    <dgm:cxn modelId="{81073BF8-552F-43CD-898A-6BA65FD9A009}" type="presParOf" srcId="{DE2F54D8-2657-4D95-972E-5752D210E400}" destId="{72288ACB-5635-4430-B281-945B5F6E204F}" srcOrd="0" destOrd="0" presId="urn:microsoft.com/office/officeart/2005/8/layout/bProcess3"/>
    <dgm:cxn modelId="{B7A5AF96-1B64-451E-AE80-95347720568E}" type="presParOf" srcId="{02447A1D-1FB0-498D-80D6-0F1AEE9D5DAF}" destId="{8F265D11-7509-401C-87BC-17191D7E7FC7}" srcOrd="2" destOrd="0" presId="urn:microsoft.com/office/officeart/2005/8/layout/bProcess3"/>
    <dgm:cxn modelId="{6CE5E259-00C1-4A26-B950-CBD91122565A}" type="presParOf" srcId="{02447A1D-1FB0-498D-80D6-0F1AEE9D5DAF}" destId="{50BCCE6C-C978-4064-AC09-A0CEB4480633}" srcOrd="3" destOrd="0" presId="urn:microsoft.com/office/officeart/2005/8/layout/bProcess3"/>
    <dgm:cxn modelId="{25588EFF-358A-4708-BF1D-A82D3AA5D85D}" type="presParOf" srcId="{50BCCE6C-C978-4064-AC09-A0CEB4480633}" destId="{BDF0A3B0-90E5-4195-BF48-2AE21CEE64CC}" srcOrd="0" destOrd="0" presId="urn:microsoft.com/office/officeart/2005/8/layout/bProcess3"/>
    <dgm:cxn modelId="{51A5AB86-4CE9-4009-B088-A3B7C2E58006}" type="presParOf" srcId="{02447A1D-1FB0-498D-80D6-0F1AEE9D5DAF}" destId="{23A4E4D9-1064-4E41-BB66-B9511A654D51}" srcOrd="4" destOrd="0" presId="urn:microsoft.com/office/officeart/2005/8/layout/bProcess3"/>
    <dgm:cxn modelId="{3F337163-44EB-4B40-84E3-23D9BBF88DD0}" type="presParOf" srcId="{02447A1D-1FB0-498D-80D6-0F1AEE9D5DAF}" destId="{4ABF9D59-FE92-4DF7-9FE6-12458C37FFA0}" srcOrd="5" destOrd="0" presId="urn:microsoft.com/office/officeart/2005/8/layout/bProcess3"/>
    <dgm:cxn modelId="{F62CCB7D-A8F6-4A84-88B2-A489808B7BF0}" type="presParOf" srcId="{4ABF9D59-FE92-4DF7-9FE6-12458C37FFA0}" destId="{36D50041-5E81-49D1-8B54-392F478A44AD}" srcOrd="0" destOrd="0" presId="urn:microsoft.com/office/officeart/2005/8/layout/bProcess3"/>
    <dgm:cxn modelId="{A34C486D-E797-4AF9-B817-254DD097C4FC}" type="presParOf" srcId="{02447A1D-1FB0-498D-80D6-0F1AEE9D5DAF}" destId="{C1C2CBA5-9244-431F-B3E9-87941A298B90}" srcOrd="6" destOrd="0" presId="urn:microsoft.com/office/officeart/2005/8/layout/bProcess3"/>
    <dgm:cxn modelId="{60E45F81-BD0A-48D9-AEAB-30FF9F785644}" type="presParOf" srcId="{02447A1D-1FB0-498D-80D6-0F1AEE9D5DAF}" destId="{FF5FCD19-0378-485B-BAF7-E693B337B6B7}" srcOrd="7" destOrd="0" presId="urn:microsoft.com/office/officeart/2005/8/layout/bProcess3"/>
    <dgm:cxn modelId="{CBFE716F-FCA5-42B1-97B9-EDDE26096E71}" type="presParOf" srcId="{FF5FCD19-0378-485B-BAF7-E693B337B6B7}" destId="{30FB19EF-89FB-4780-8AE0-BC86E1B7DDDA}" srcOrd="0" destOrd="0" presId="urn:microsoft.com/office/officeart/2005/8/layout/bProcess3"/>
    <dgm:cxn modelId="{F80C3471-7D41-49CC-8381-B5CB9ED5519A}" type="presParOf" srcId="{02447A1D-1FB0-498D-80D6-0F1AEE9D5DAF}" destId="{F80BEA26-6947-45F1-9165-54547B3FE31F}" srcOrd="8" destOrd="0" presId="urn:microsoft.com/office/officeart/2005/8/layout/bProcess3"/>
    <dgm:cxn modelId="{C12C6625-BAE0-4687-863F-01E810E668CF}" type="presParOf" srcId="{02447A1D-1FB0-498D-80D6-0F1AEE9D5DAF}" destId="{F8A0D1A1-5B28-46B3-AB03-690A9504B2CC}" srcOrd="9" destOrd="0" presId="urn:microsoft.com/office/officeart/2005/8/layout/bProcess3"/>
    <dgm:cxn modelId="{FBFCD06E-F457-4BF1-AABE-DA87E4693DE3}" type="presParOf" srcId="{F8A0D1A1-5B28-46B3-AB03-690A9504B2CC}" destId="{1946CB9C-2090-43CC-9421-283369A2D5C9}" srcOrd="0" destOrd="0" presId="urn:microsoft.com/office/officeart/2005/8/layout/bProcess3"/>
    <dgm:cxn modelId="{3DC3A871-85FD-4881-9BDE-9BFEADE32549}" type="presParOf" srcId="{02447A1D-1FB0-498D-80D6-0F1AEE9D5DAF}" destId="{1FF71D97-0D53-4028-B0A1-DEAA29919252}" srcOrd="10" destOrd="0" presId="urn:microsoft.com/office/officeart/2005/8/layout/bProcess3"/>
    <dgm:cxn modelId="{6DCBAC3D-86CC-4A0A-B9F4-4FA5B924B059}" type="presParOf" srcId="{02447A1D-1FB0-498D-80D6-0F1AEE9D5DAF}" destId="{8C59096D-1039-41B6-85C7-92890DA12C62}" srcOrd="11" destOrd="0" presId="urn:microsoft.com/office/officeart/2005/8/layout/bProcess3"/>
    <dgm:cxn modelId="{F0206FFF-7AE2-488E-BAB9-9CD61C99BD41}" type="presParOf" srcId="{8C59096D-1039-41B6-85C7-92890DA12C62}" destId="{D4FEC7EA-A536-4B06-BDE2-E2C2E67399FA}" srcOrd="0" destOrd="0" presId="urn:microsoft.com/office/officeart/2005/8/layout/bProcess3"/>
    <dgm:cxn modelId="{AD54B934-A7C5-4AC7-92B5-76019EBE3165}" type="presParOf" srcId="{02447A1D-1FB0-498D-80D6-0F1AEE9D5DAF}" destId="{243ED205-0A4E-4F14-AB60-D6A7C7EC70B6}" srcOrd="12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7F6D3E3-3AE8-4646-AAD5-C8A3D74F10F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D34EEC4-9DAA-4239-AF98-00D6E1E8D5CA}">
      <dgm:prSet phldrT="[Text]" custT="1"/>
      <dgm:spPr/>
      <dgm:t>
        <a:bodyPr/>
        <a:lstStyle/>
        <a:p>
          <a:pPr>
            <a:buNone/>
          </a:pPr>
          <a:r>
            <a:rPr lang="en-US" sz="1800" b="1" dirty="0">
              <a:solidFill>
                <a:schemeClr val="bg1"/>
              </a:solidFill>
            </a:rPr>
            <a:t>Planner Agent- Validate scope, safety and route candidate</a:t>
          </a:r>
          <a:endParaRPr lang="en-IN" sz="1800" dirty="0">
            <a:solidFill>
              <a:schemeClr val="bg1"/>
            </a:solidFill>
          </a:endParaRPr>
        </a:p>
      </dgm:t>
    </dgm:pt>
    <dgm:pt modelId="{2312771E-03BF-4283-9D1F-D58CA744F86B}" type="parTrans" cxnId="{0A844149-F972-4296-B4ED-EC72977490C4}">
      <dgm:prSet/>
      <dgm:spPr/>
      <dgm:t>
        <a:bodyPr/>
        <a:lstStyle/>
        <a:p>
          <a:endParaRPr lang="en-IN"/>
        </a:p>
      </dgm:t>
    </dgm:pt>
    <dgm:pt modelId="{8ED8C59E-3B63-45CD-B59F-0D2F5F65D3B4}" type="sibTrans" cxnId="{0A844149-F972-4296-B4ED-EC72977490C4}">
      <dgm:prSet/>
      <dgm:spPr/>
      <dgm:t>
        <a:bodyPr/>
        <a:lstStyle/>
        <a:p>
          <a:endParaRPr lang="en-IN"/>
        </a:p>
      </dgm:t>
    </dgm:pt>
    <dgm:pt modelId="{41C0F801-75ED-4729-A343-12464241B037}">
      <dgm:prSet phldrT="[Text]" custT="1"/>
      <dgm:spPr/>
      <dgm:t>
        <a:bodyPr/>
        <a:lstStyle/>
        <a:p>
          <a:pPr>
            <a:buNone/>
          </a:pPr>
          <a:r>
            <a:rPr lang="en-US" sz="1800" b="1" dirty="0">
              <a:solidFill>
                <a:schemeClr val="bg1"/>
              </a:solidFill>
            </a:rPr>
            <a:t>Evaluation Agent - Score answer against context</a:t>
          </a:r>
          <a:endParaRPr lang="en-IN" sz="1800" dirty="0">
            <a:solidFill>
              <a:schemeClr val="bg1"/>
            </a:solidFill>
          </a:endParaRPr>
        </a:p>
      </dgm:t>
    </dgm:pt>
    <dgm:pt modelId="{B13E3A28-B66B-43D5-8936-065F68AF333A}" type="parTrans" cxnId="{6FCA8816-78A3-41EB-9631-4996D706A60A}">
      <dgm:prSet/>
      <dgm:spPr/>
      <dgm:t>
        <a:bodyPr/>
        <a:lstStyle/>
        <a:p>
          <a:endParaRPr lang="en-IN"/>
        </a:p>
      </dgm:t>
    </dgm:pt>
    <dgm:pt modelId="{D1656FF0-2EC9-4596-99C0-4EA3095D6B66}" type="sibTrans" cxnId="{6FCA8816-78A3-41EB-9631-4996D706A60A}">
      <dgm:prSet/>
      <dgm:spPr/>
      <dgm:t>
        <a:bodyPr/>
        <a:lstStyle/>
        <a:p>
          <a:endParaRPr lang="en-IN"/>
        </a:p>
      </dgm:t>
    </dgm:pt>
    <dgm:pt modelId="{03BC0DAF-8715-4037-BCD9-2082716555E3}">
      <dgm:prSet phldrT="[Text]" custT="1"/>
      <dgm:spPr/>
      <dgm:t>
        <a:bodyPr/>
        <a:lstStyle/>
        <a:p>
          <a:pPr>
            <a:buNone/>
          </a:pPr>
          <a:r>
            <a:rPr lang="en-US" sz="1800" b="1" dirty="0">
              <a:solidFill>
                <a:schemeClr val="bg1"/>
              </a:solidFill>
            </a:rPr>
            <a:t>Logger + Dashboard Track route, tokens and quality</a:t>
          </a:r>
          <a:endParaRPr lang="en-IN" sz="1800" dirty="0">
            <a:solidFill>
              <a:schemeClr val="bg1"/>
            </a:solidFill>
          </a:endParaRPr>
        </a:p>
      </dgm:t>
    </dgm:pt>
    <dgm:pt modelId="{8F6B4B4F-6C9C-40FF-AA7E-F0395403F428}" type="parTrans" cxnId="{0CD8C4C5-89BD-49A1-9730-792927AAAF29}">
      <dgm:prSet/>
      <dgm:spPr/>
      <dgm:t>
        <a:bodyPr/>
        <a:lstStyle/>
        <a:p>
          <a:endParaRPr lang="en-IN"/>
        </a:p>
      </dgm:t>
    </dgm:pt>
    <dgm:pt modelId="{E5D476AC-48F9-44EA-9812-0971CDF46F4C}" type="sibTrans" cxnId="{0CD8C4C5-89BD-49A1-9730-792927AAAF29}">
      <dgm:prSet/>
      <dgm:spPr/>
      <dgm:t>
        <a:bodyPr/>
        <a:lstStyle/>
        <a:p>
          <a:endParaRPr lang="en-IN"/>
        </a:p>
      </dgm:t>
    </dgm:pt>
    <dgm:pt modelId="{6EAB1E68-D55F-424B-8814-2C810740B301}">
      <dgm:prSet phldrT="[Text]" custT="1"/>
      <dgm:spPr/>
      <dgm:t>
        <a:bodyPr/>
        <a:lstStyle/>
        <a:p>
          <a:pPr>
            <a:buNone/>
          </a:pPr>
          <a:r>
            <a:rPr lang="en-US" sz="1800" b="1" dirty="0">
              <a:solidFill>
                <a:schemeClr val="bg1"/>
              </a:solidFill>
            </a:rPr>
            <a:t>Router- Select rag, </a:t>
          </a:r>
          <a:r>
            <a:rPr lang="en-US" sz="1800" b="1" dirty="0" err="1">
              <a:solidFill>
                <a:schemeClr val="bg1"/>
              </a:solidFill>
            </a:rPr>
            <a:t>mcp</a:t>
          </a:r>
          <a:r>
            <a:rPr lang="en-US" sz="1800" b="1" dirty="0">
              <a:solidFill>
                <a:schemeClr val="bg1"/>
              </a:solidFill>
            </a:rPr>
            <a:t> or blocked</a:t>
          </a:r>
          <a:endParaRPr lang="en-IN" sz="1800" dirty="0">
            <a:solidFill>
              <a:schemeClr val="bg1"/>
            </a:solidFill>
          </a:endParaRPr>
        </a:p>
      </dgm:t>
    </dgm:pt>
    <dgm:pt modelId="{33A9C1EC-D086-423D-9BE1-B6BA514A9239}" type="parTrans" cxnId="{D27F04D3-983B-41E4-869B-E5EF5B82A711}">
      <dgm:prSet/>
      <dgm:spPr/>
      <dgm:t>
        <a:bodyPr/>
        <a:lstStyle/>
        <a:p>
          <a:endParaRPr lang="en-IN"/>
        </a:p>
      </dgm:t>
    </dgm:pt>
    <dgm:pt modelId="{752759CE-309F-47FA-A1AA-81CD863A8E62}" type="sibTrans" cxnId="{D27F04D3-983B-41E4-869B-E5EF5B82A711}">
      <dgm:prSet/>
      <dgm:spPr/>
      <dgm:t>
        <a:bodyPr/>
        <a:lstStyle/>
        <a:p>
          <a:endParaRPr lang="en-IN"/>
        </a:p>
      </dgm:t>
    </dgm:pt>
    <dgm:pt modelId="{7BD4822D-ED96-48B8-864B-97CAA8CA1BE9}">
      <dgm:prSet phldrT="[Text]" custT="1"/>
      <dgm:spPr/>
      <dgm:t>
        <a:bodyPr/>
        <a:lstStyle/>
        <a:p>
          <a:pPr>
            <a:buNone/>
          </a:pPr>
          <a:r>
            <a:rPr lang="en-US" sz="1800" b="1" dirty="0">
              <a:solidFill>
                <a:schemeClr val="bg1"/>
              </a:solidFill>
            </a:rPr>
            <a:t>Retriever Agent- Embed question and search FAISS</a:t>
          </a:r>
          <a:endParaRPr lang="en-IN" sz="1800" dirty="0">
            <a:solidFill>
              <a:schemeClr val="bg1"/>
            </a:solidFill>
          </a:endParaRPr>
        </a:p>
      </dgm:t>
    </dgm:pt>
    <dgm:pt modelId="{EACE2696-7C25-4A13-AB85-6BBC33539501}" type="parTrans" cxnId="{40A38A00-C11E-473D-8EF2-E62E24E9C7CD}">
      <dgm:prSet/>
      <dgm:spPr/>
      <dgm:t>
        <a:bodyPr/>
        <a:lstStyle/>
        <a:p>
          <a:endParaRPr lang="en-IN"/>
        </a:p>
      </dgm:t>
    </dgm:pt>
    <dgm:pt modelId="{0D8F4976-EB69-4971-B65E-07FE12857609}" type="sibTrans" cxnId="{40A38A00-C11E-473D-8EF2-E62E24E9C7CD}">
      <dgm:prSet/>
      <dgm:spPr/>
      <dgm:t>
        <a:bodyPr/>
        <a:lstStyle/>
        <a:p>
          <a:endParaRPr lang="en-IN"/>
        </a:p>
      </dgm:t>
    </dgm:pt>
    <dgm:pt modelId="{326BA1FC-8F90-49B5-8497-3DE0453D186A}">
      <dgm:prSet phldrT="[Text]" custT="1"/>
      <dgm:spPr/>
      <dgm:t>
        <a:bodyPr/>
        <a:lstStyle/>
        <a:p>
          <a:pPr>
            <a:buNone/>
          </a:pPr>
          <a:r>
            <a:rPr lang="en-US" sz="1800" b="1" dirty="0">
              <a:solidFill>
                <a:schemeClr val="bg1"/>
              </a:solidFill>
            </a:rPr>
            <a:t>MCP Agent - Fetch operational hospital context</a:t>
          </a:r>
          <a:endParaRPr lang="en-IN" sz="1800" dirty="0">
            <a:solidFill>
              <a:schemeClr val="bg1"/>
            </a:solidFill>
          </a:endParaRPr>
        </a:p>
      </dgm:t>
    </dgm:pt>
    <dgm:pt modelId="{072915BA-FB53-48B8-83E2-FD66A7584E7D}" type="parTrans" cxnId="{AA3F976C-8FD7-4B77-88BA-CB1EB70E1C68}">
      <dgm:prSet/>
      <dgm:spPr/>
      <dgm:t>
        <a:bodyPr/>
        <a:lstStyle/>
        <a:p>
          <a:endParaRPr lang="en-IN"/>
        </a:p>
      </dgm:t>
    </dgm:pt>
    <dgm:pt modelId="{BAB75A1E-BE1D-46E0-BDD9-2C9D3974BF7A}" type="sibTrans" cxnId="{AA3F976C-8FD7-4B77-88BA-CB1EB70E1C68}">
      <dgm:prSet/>
      <dgm:spPr/>
      <dgm:t>
        <a:bodyPr/>
        <a:lstStyle/>
        <a:p>
          <a:endParaRPr lang="en-IN"/>
        </a:p>
      </dgm:t>
    </dgm:pt>
    <dgm:pt modelId="{3AF6C0BB-3603-4B1A-A82B-1EABFCB3496F}">
      <dgm:prSet phldrT="[Text]" custT="1"/>
      <dgm:spPr/>
      <dgm:t>
        <a:bodyPr/>
        <a:lstStyle/>
        <a:p>
          <a:pPr>
            <a:buNone/>
          </a:pPr>
          <a:r>
            <a:rPr lang="en-US" sz="1800" b="1" dirty="0">
              <a:solidFill>
                <a:schemeClr val="bg1"/>
              </a:solidFill>
            </a:rPr>
            <a:t>Reasoning Agent - Generate safe answer with sources</a:t>
          </a:r>
          <a:endParaRPr lang="en-IN" sz="1800" dirty="0">
            <a:solidFill>
              <a:schemeClr val="bg1"/>
            </a:solidFill>
          </a:endParaRPr>
        </a:p>
      </dgm:t>
    </dgm:pt>
    <dgm:pt modelId="{1F6462B6-B069-4BB6-B49C-6F9F033C6ECD}" type="parTrans" cxnId="{CFEEB8D1-6AA6-4287-8B05-8601DAAFC8EA}">
      <dgm:prSet/>
      <dgm:spPr/>
      <dgm:t>
        <a:bodyPr/>
        <a:lstStyle/>
        <a:p>
          <a:endParaRPr lang="en-IN"/>
        </a:p>
      </dgm:t>
    </dgm:pt>
    <dgm:pt modelId="{31246E07-BCEE-42D5-B4F1-E2AEFD5866FF}" type="sibTrans" cxnId="{CFEEB8D1-6AA6-4287-8B05-8601DAAFC8EA}">
      <dgm:prSet/>
      <dgm:spPr/>
      <dgm:t>
        <a:bodyPr/>
        <a:lstStyle/>
        <a:p>
          <a:endParaRPr lang="en-IN"/>
        </a:p>
      </dgm:t>
    </dgm:pt>
    <dgm:pt modelId="{915FA61B-9FBE-4C81-90F9-8FDAE3B6756C}" type="pres">
      <dgm:prSet presAssocID="{77F6D3E3-3AE8-4646-AAD5-C8A3D74F10F1}" presName="linearFlow" presStyleCnt="0">
        <dgm:presLayoutVars>
          <dgm:dir/>
          <dgm:resizeHandles val="exact"/>
        </dgm:presLayoutVars>
      </dgm:prSet>
      <dgm:spPr/>
    </dgm:pt>
    <dgm:pt modelId="{F91189EF-1C8D-4896-86F9-04B985C52F64}" type="pres">
      <dgm:prSet presAssocID="{FD34EEC4-9DAA-4239-AF98-00D6E1E8D5CA}" presName="composite" presStyleCnt="0"/>
      <dgm:spPr/>
    </dgm:pt>
    <dgm:pt modelId="{D14C524F-E4F5-42A9-92CF-47A4E55AA312}" type="pres">
      <dgm:prSet presAssocID="{FD34EEC4-9DAA-4239-AF98-00D6E1E8D5CA}" presName="imgShp" presStyleLbl="fgImgPlace1" presStyleIdx="0" presStyleCnt="7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00AB3A19-DDA0-40DF-B540-73C142381AF3}" type="pres">
      <dgm:prSet presAssocID="{FD34EEC4-9DAA-4239-AF98-00D6E1E8D5CA}" presName="txShp" presStyleLbl="node1" presStyleIdx="0" presStyleCnt="7">
        <dgm:presLayoutVars>
          <dgm:bulletEnabled val="1"/>
        </dgm:presLayoutVars>
      </dgm:prSet>
      <dgm:spPr/>
    </dgm:pt>
    <dgm:pt modelId="{E9835398-5976-4C11-8810-76C8D7ECA2C5}" type="pres">
      <dgm:prSet presAssocID="{8ED8C59E-3B63-45CD-B59F-0D2F5F65D3B4}" presName="spacing" presStyleCnt="0"/>
      <dgm:spPr/>
    </dgm:pt>
    <dgm:pt modelId="{A9610E49-B467-426F-A80F-53E61D23E468}" type="pres">
      <dgm:prSet presAssocID="{6EAB1E68-D55F-424B-8814-2C810740B301}" presName="composite" presStyleCnt="0"/>
      <dgm:spPr/>
    </dgm:pt>
    <dgm:pt modelId="{8561EA3A-4C0D-41D6-8670-4A253115C42A}" type="pres">
      <dgm:prSet presAssocID="{6EAB1E68-D55F-424B-8814-2C810740B301}" presName="imgShp" presStyleLbl="fgImgPlace1" presStyleIdx="1" presStyleCnt="7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A2940214-9F93-4CC6-A5AC-2B5E8872D511}" type="pres">
      <dgm:prSet presAssocID="{6EAB1E68-D55F-424B-8814-2C810740B301}" presName="txShp" presStyleLbl="node1" presStyleIdx="1" presStyleCnt="7">
        <dgm:presLayoutVars>
          <dgm:bulletEnabled val="1"/>
        </dgm:presLayoutVars>
      </dgm:prSet>
      <dgm:spPr/>
    </dgm:pt>
    <dgm:pt modelId="{E6B3441F-F15A-41A3-B810-A563754CAB32}" type="pres">
      <dgm:prSet presAssocID="{752759CE-309F-47FA-A1AA-81CD863A8E62}" presName="spacing" presStyleCnt="0"/>
      <dgm:spPr/>
    </dgm:pt>
    <dgm:pt modelId="{647BCFD5-B52F-4A61-9CB2-D4F8CA8FD934}" type="pres">
      <dgm:prSet presAssocID="{7BD4822D-ED96-48B8-864B-97CAA8CA1BE9}" presName="composite" presStyleCnt="0"/>
      <dgm:spPr/>
    </dgm:pt>
    <dgm:pt modelId="{EB663E02-AF08-4BC6-B2DF-2937833CE2C2}" type="pres">
      <dgm:prSet presAssocID="{7BD4822D-ED96-48B8-864B-97CAA8CA1BE9}" presName="imgShp" presStyleLbl="fgImgPlace1" presStyleIdx="2" presStyleCnt="7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/>
          </a:stretch>
        </a:blipFill>
      </dgm:spPr>
    </dgm:pt>
    <dgm:pt modelId="{2CB731FE-FDE3-4706-8B37-38409677F5F3}" type="pres">
      <dgm:prSet presAssocID="{7BD4822D-ED96-48B8-864B-97CAA8CA1BE9}" presName="txShp" presStyleLbl="node1" presStyleIdx="2" presStyleCnt="7">
        <dgm:presLayoutVars>
          <dgm:bulletEnabled val="1"/>
        </dgm:presLayoutVars>
      </dgm:prSet>
      <dgm:spPr/>
    </dgm:pt>
    <dgm:pt modelId="{515A61DB-894A-4E83-BF89-CFC219430AA9}" type="pres">
      <dgm:prSet presAssocID="{0D8F4976-EB69-4971-B65E-07FE12857609}" presName="spacing" presStyleCnt="0"/>
      <dgm:spPr/>
    </dgm:pt>
    <dgm:pt modelId="{D904ED3F-01D7-469F-971A-931C19669CC2}" type="pres">
      <dgm:prSet presAssocID="{326BA1FC-8F90-49B5-8497-3DE0453D186A}" presName="composite" presStyleCnt="0"/>
      <dgm:spPr/>
    </dgm:pt>
    <dgm:pt modelId="{EE011BA1-165C-46F5-B747-04490F59F284}" type="pres">
      <dgm:prSet presAssocID="{326BA1FC-8F90-49B5-8497-3DE0453D186A}" presName="imgShp" presStyleLbl="fgImgPlace1" presStyleIdx="3" presStyleCnt="7"/>
      <dgm:spPr>
        <a:blipFill>
          <a:blip xmlns:r="http://schemas.openxmlformats.org/officeDocument/2006/relationships" r:embed="rId5"/>
          <a:srcRect/>
          <a:stretch>
            <a:fillRect/>
          </a:stretch>
        </a:blipFill>
      </dgm:spPr>
    </dgm:pt>
    <dgm:pt modelId="{EFB5A9A0-F8A9-457D-AC50-85F3EA087EBF}" type="pres">
      <dgm:prSet presAssocID="{326BA1FC-8F90-49B5-8497-3DE0453D186A}" presName="txShp" presStyleLbl="node1" presStyleIdx="3" presStyleCnt="7">
        <dgm:presLayoutVars>
          <dgm:bulletEnabled val="1"/>
        </dgm:presLayoutVars>
      </dgm:prSet>
      <dgm:spPr/>
    </dgm:pt>
    <dgm:pt modelId="{69D27254-4422-449A-9EFF-C99224121A5A}" type="pres">
      <dgm:prSet presAssocID="{BAB75A1E-BE1D-46E0-BDD9-2C9D3974BF7A}" presName="spacing" presStyleCnt="0"/>
      <dgm:spPr/>
    </dgm:pt>
    <dgm:pt modelId="{09B85C44-F2DB-4A30-8A89-B7EF7D234C22}" type="pres">
      <dgm:prSet presAssocID="{3AF6C0BB-3603-4B1A-A82B-1EABFCB3496F}" presName="composite" presStyleCnt="0"/>
      <dgm:spPr/>
    </dgm:pt>
    <dgm:pt modelId="{5F6A7221-3916-441F-B348-83D6455C54CF}" type="pres">
      <dgm:prSet presAssocID="{3AF6C0BB-3603-4B1A-A82B-1EABFCB3496F}" presName="imgShp" presStyleLbl="fgImgPlace1" presStyleIdx="4" presStyleCnt="7"/>
      <dgm:spPr>
        <a:blipFill dpi="0" rotWithShape="1"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>
            <a:fillRect/>
          </a:stretch>
        </a:blipFill>
      </dgm:spPr>
    </dgm:pt>
    <dgm:pt modelId="{F1E24D5B-A8F6-44F2-83C7-233758AACABB}" type="pres">
      <dgm:prSet presAssocID="{3AF6C0BB-3603-4B1A-A82B-1EABFCB3496F}" presName="txShp" presStyleLbl="node1" presStyleIdx="4" presStyleCnt="7">
        <dgm:presLayoutVars>
          <dgm:bulletEnabled val="1"/>
        </dgm:presLayoutVars>
      </dgm:prSet>
      <dgm:spPr/>
    </dgm:pt>
    <dgm:pt modelId="{1FC0F2A6-D126-4CD5-8C0B-6FBE6DDD6A6A}" type="pres">
      <dgm:prSet presAssocID="{31246E07-BCEE-42D5-B4F1-E2AEFD5866FF}" presName="spacing" presStyleCnt="0"/>
      <dgm:spPr/>
    </dgm:pt>
    <dgm:pt modelId="{42418D16-8BD9-4B01-B249-D2C2B404A754}" type="pres">
      <dgm:prSet presAssocID="{41C0F801-75ED-4729-A343-12464241B037}" presName="composite" presStyleCnt="0"/>
      <dgm:spPr/>
    </dgm:pt>
    <dgm:pt modelId="{6813D47D-2E4E-46BB-86AD-98F8BCE35CF4}" type="pres">
      <dgm:prSet presAssocID="{41C0F801-75ED-4729-A343-12464241B037}" presName="imgShp" presStyleLbl="fgImgPlace1" presStyleIdx="5" presStyleCnt="7"/>
      <dgm:spPr>
        <a:blipFill>
          <a:blip xmlns:r="http://schemas.openxmlformats.org/officeDocument/2006/relationships" r:embed="rId8"/>
          <a:srcRect/>
          <a:stretch>
            <a:fillRect t="-12000" b="-12000"/>
          </a:stretch>
        </a:blipFill>
      </dgm:spPr>
    </dgm:pt>
    <dgm:pt modelId="{C2532D60-AD1A-4CAC-9673-2707B1DC7D70}" type="pres">
      <dgm:prSet presAssocID="{41C0F801-75ED-4729-A343-12464241B037}" presName="txShp" presStyleLbl="node1" presStyleIdx="5" presStyleCnt="7">
        <dgm:presLayoutVars>
          <dgm:bulletEnabled val="1"/>
        </dgm:presLayoutVars>
      </dgm:prSet>
      <dgm:spPr/>
    </dgm:pt>
    <dgm:pt modelId="{5A49457C-B806-40FD-A569-22C7E3F35ADC}" type="pres">
      <dgm:prSet presAssocID="{D1656FF0-2EC9-4596-99C0-4EA3095D6B66}" presName="spacing" presStyleCnt="0"/>
      <dgm:spPr/>
    </dgm:pt>
    <dgm:pt modelId="{75C248FE-F6B0-4F7C-9DF5-52E5F554E9B9}" type="pres">
      <dgm:prSet presAssocID="{03BC0DAF-8715-4037-BCD9-2082716555E3}" presName="composite" presStyleCnt="0"/>
      <dgm:spPr/>
    </dgm:pt>
    <dgm:pt modelId="{B6299458-6BCB-4907-9659-B6CC30A03D9C}" type="pres">
      <dgm:prSet presAssocID="{03BC0DAF-8715-4037-BCD9-2082716555E3}" presName="imgShp" presStyleLbl="fgImgPlace1" presStyleIdx="6" presStyleCnt="7"/>
      <dgm:spPr>
        <a:blipFill>
          <a:blip xmlns:r="http://schemas.openxmlformats.org/officeDocument/2006/relationships" r:embed="rId9"/>
          <a:srcRect/>
          <a:stretch>
            <a:fillRect l="-39000" r="-39000"/>
          </a:stretch>
        </a:blipFill>
      </dgm:spPr>
    </dgm:pt>
    <dgm:pt modelId="{ED8F2335-65B2-4BBE-9B9F-65FF7B6B4FA1}" type="pres">
      <dgm:prSet presAssocID="{03BC0DAF-8715-4037-BCD9-2082716555E3}" presName="txShp" presStyleLbl="node1" presStyleIdx="6" presStyleCnt="7">
        <dgm:presLayoutVars>
          <dgm:bulletEnabled val="1"/>
        </dgm:presLayoutVars>
      </dgm:prSet>
      <dgm:spPr/>
    </dgm:pt>
  </dgm:ptLst>
  <dgm:cxnLst>
    <dgm:cxn modelId="{40A38A00-C11E-473D-8EF2-E62E24E9C7CD}" srcId="{77F6D3E3-3AE8-4646-AAD5-C8A3D74F10F1}" destId="{7BD4822D-ED96-48B8-864B-97CAA8CA1BE9}" srcOrd="2" destOrd="0" parTransId="{EACE2696-7C25-4A13-AB85-6BBC33539501}" sibTransId="{0D8F4976-EB69-4971-B65E-07FE12857609}"/>
    <dgm:cxn modelId="{6FCA8816-78A3-41EB-9631-4996D706A60A}" srcId="{77F6D3E3-3AE8-4646-AAD5-C8A3D74F10F1}" destId="{41C0F801-75ED-4729-A343-12464241B037}" srcOrd="5" destOrd="0" parTransId="{B13E3A28-B66B-43D5-8936-065F68AF333A}" sibTransId="{D1656FF0-2EC9-4596-99C0-4EA3095D6B66}"/>
    <dgm:cxn modelId="{5B0AEF2D-43E4-4A1B-8B61-2DF5F905CD21}" type="presOf" srcId="{03BC0DAF-8715-4037-BCD9-2082716555E3}" destId="{ED8F2335-65B2-4BBE-9B9F-65FF7B6B4FA1}" srcOrd="0" destOrd="0" presId="urn:microsoft.com/office/officeart/2005/8/layout/vList3"/>
    <dgm:cxn modelId="{0A844149-F972-4296-B4ED-EC72977490C4}" srcId="{77F6D3E3-3AE8-4646-AAD5-C8A3D74F10F1}" destId="{FD34EEC4-9DAA-4239-AF98-00D6E1E8D5CA}" srcOrd="0" destOrd="0" parTransId="{2312771E-03BF-4283-9D1F-D58CA744F86B}" sibTransId="{8ED8C59E-3B63-45CD-B59F-0D2F5F65D3B4}"/>
    <dgm:cxn modelId="{AA3F976C-8FD7-4B77-88BA-CB1EB70E1C68}" srcId="{77F6D3E3-3AE8-4646-AAD5-C8A3D74F10F1}" destId="{326BA1FC-8F90-49B5-8497-3DE0453D186A}" srcOrd="3" destOrd="0" parTransId="{072915BA-FB53-48B8-83E2-FD66A7584E7D}" sibTransId="{BAB75A1E-BE1D-46E0-BDD9-2C9D3974BF7A}"/>
    <dgm:cxn modelId="{CB047854-B712-4C4D-B01A-E6B3E7F32AED}" type="presOf" srcId="{7BD4822D-ED96-48B8-864B-97CAA8CA1BE9}" destId="{2CB731FE-FDE3-4706-8B37-38409677F5F3}" srcOrd="0" destOrd="0" presId="urn:microsoft.com/office/officeart/2005/8/layout/vList3"/>
    <dgm:cxn modelId="{DBB52DA6-4D03-4670-9DCB-A995AADBDE48}" type="presOf" srcId="{FD34EEC4-9DAA-4239-AF98-00D6E1E8D5CA}" destId="{00AB3A19-DDA0-40DF-B540-73C142381AF3}" srcOrd="0" destOrd="0" presId="urn:microsoft.com/office/officeart/2005/8/layout/vList3"/>
    <dgm:cxn modelId="{E0BF9AA7-95FB-45F3-AA32-07215FC65A1B}" type="presOf" srcId="{6EAB1E68-D55F-424B-8814-2C810740B301}" destId="{A2940214-9F93-4CC6-A5AC-2B5E8872D511}" srcOrd="0" destOrd="0" presId="urn:microsoft.com/office/officeart/2005/8/layout/vList3"/>
    <dgm:cxn modelId="{0A29D9AC-D60D-41F9-912F-D3E2F54D889D}" type="presOf" srcId="{41C0F801-75ED-4729-A343-12464241B037}" destId="{C2532D60-AD1A-4CAC-9673-2707B1DC7D70}" srcOrd="0" destOrd="0" presId="urn:microsoft.com/office/officeart/2005/8/layout/vList3"/>
    <dgm:cxn modelId="{AEA804C0-132E-467E-B3E3-70E97591A7DA}" type="presOf" srcId="{77F6D3E3-3AE8-4646-AAD5-C8A3D74F10F1}" destId="{915FA61B-9FBE-4C81-90F9-8FDAE3B6756C}" srcOrd="0" destOrd="0" presId="urn:microsoft.com/office/officeart/2005/8/layout/vList3"/>
    <dgm:cxn modelId="{0CD8C4C5-89BD-49A1-9730-792927AAAF29}" srcId="{77F6D3E3-3AE8-4646-AAD5-C8A3D74F10F1}" destId="{03BC0DAF-8715-4037-BCD9-2082716555E3}" srcOrd="6" destOrd="0" parTransId="{8F6B4B4F-6C9C-40FF-AA7E-F0395403F428}" sibTransId="{E5D476AC-48F9-44EA-9812-0971CDF46F4C}"/>
    <dgm:cxn modelId="{CFEEB8D1-6AA6-4287-8B05-8601DAAFC8EA}" srcId="{77F6D3E3-3AE8-4646-AAD5-C8A3D74F10F1}" destId="{3AF6C0BB-3603-4B1A-A82B-1EABFCB3496F}" srcOrd="4" destOrd="0" parTransId="{1F6462B6-B069-4BB6-B49C-6F9F033C6ECD}" sibTransId="{31246E07-BCEE-42D5-B4F1-E2AEFD5866FF}"/>
    <dgm:cxn modelId="{D27F04D3-983B-41E4-869B-E5EF5B82A711}" srcId="{77F6D3E3-3AE8-4646-AAD5-C8A3D74F10F1}" destId="{6EAB1E68-D55F-424B-8814-2C810740B301}" srcOrd="1" destOrd="0" parTransId="{33A9C1EC-D086-423D-9BE1-B6BA514A9239}" sibTransId="{752759CE-309F-47FA-A1AA-81CD863A8E62}"/>
    <dgm:cxn modelId="{91B039E2-D517-4FCC-897D-CD4D36184716}" type="presOf" srcId="{326BA1FC-8F90-49B5-8497-3DE0453D186A}" destId="{EFB5A9A0-F8A9-457D-AC50-85F3EA087EBF}" srcOrd="0" destOrd="0" presId="urn:microsoft.com/office/officeart/2005/8/layout/vList3"/>
    <dgm:cxn modelId="{8CD7E5F3-142E-4E43-A4DB-546CC4C7CD1F}" type="presOf" srcId="{3AF6C0BB-3603-4B1A-A82B-1EABFCB3496F}" destId="{F1E24D5B-A8F6-44F2-83C7-233758AACABB}" srcOrd="0" destOrd="0" presId="urn:microsoft.com/office/officeart/2005/8/layout/vList3"/>
    <dgm:cxn modelId="{53354D49-9DC0-4947-B71E-D28998F498EF}" type="presParOf" srcId="{915FA61B-9FBE-4C81-90F9-8FDAE3B6756C}" destId="{F91189EF-1C8D-4896-86F9-04B985C52F64}" srcOrd="0" destOrd="0" presId="urn:microsoft.com/office/officeart/2005/8/layout/vList3"/>
    <dgm:cxn modelId="{D6D98E9B-3E86-4913-901B-9B07EECB3D55}" type="presParOf" srcId="{F91189EF-1C8D-4896-86F9-04B985C52F64}" destId="{D14C524F-E4F5-42A9-92CF-47A4E55AA312}" srcOrd="0" destOrd="0" presId="urn:microsoft.com/office/officeart/2005/8/layout/vList3"/>
    <dgm:cxn modelId="{96EC9F3E-79DF-46A7-9648-A44745F94AE3}" type="presParOf" srcId="{F91189EF-1C8D-4896-86F9-04B985C52F64}" destId="{00AB3A19-DDA0-40DF-B540-73C142381AF3}" srcOrd="1" destOrd="0" presId="urn:microsoft.com/office/officeart/2005/8/layout/vList3"/>
    <dgm:cxn modelId="{99B71771-83D2-4B6F-A467-B3D617FC0454}" type="presParOf" srcId="{915FA61B-9FBE-4C81-90F9-8FDAE3B6756C}" destId="{E9835398-5976-4C11-8810-76C8D7ECA2C5}" srcOrd="1" destOrd="0" presId="urn:microsoft.com/office/officeart/2005/8/layout/vList3"/>
    <dgm:cxn modelId="{61F0F3AB-94EF-42AC-AC83-F17478F8471D}" type="presParOf" srcId="{915FA61B-9FBE-4C81-90F9-8FDAE3B6756C}" destId="{A9610E49-B467-426F-A80F-53E61D23E468}" srcOrd="2" destOrd="0" presId="urn:microsoft.com/office/officeart/2005/8/layout/vList3"/>
    <dgm:cxn modelId="{05D7CD7F-30AB-47EB-BFBF-929363625E57}" type="presParOf" srcId="{A9610E49-B467-426F-A80F-53E61D23E468}" destId="{8561EA3A-4C0D-41D6-8670-4A253115C42A}" srcOrd="0" destOrd="0" presId="urn:microsoft.com/office/officeart/2005/8/layout/vList3"/>
    <dgm:cxn modelId="{8E86E224-08A6-48DF-9BA0-780128BCFF13}" type="presParOf" srcId="{A9610E49-B467-426F-A80F-53E61D23E468}" destId="{A2940214-9F93-4CC6-A5AC-2B5E8872D511}" srcOrd="1" destOrd="0" presId="urn:microsoft.com/office/officeart/2005/8/layout/vList3"/>
    <dgm:cxn modelId="{225FB0D5-5AFF-433F-9BAB-DCA42D4301C7}" type="presParOf" srcId="{915FA61B-9FBE-4C81-90F9-8FDAE3B6756C}" destId="{E6B3441F-F15A-41A3-B810-A563754CAB32}" srcOrd="3" destOrd="0" presId="urn:microsoft.com/office/officeart/2005/8/layout/vList3"/>
    <dgm:cxn modelId="{F63EC053-4387-42CB-812D-33265720317F}" type="presParOf" srcId="{915FA61B-9FBE-4C81-90F9-8FDAE3B6756C}" destId="{647BCFD5-B52F-4A61-9CB2-D4F8CA8FD934}" srcOrd="4" destOrd="0" presId="urn:microsoft.com/office/officeart/2005/8/layout/vList3"/>
    <dgm:cxn modelId="{7FDEC1F2-4A11-4974-A774-53AB48114D75}" type="presParOf" srcId="{647BCFD5-B52F-4A61-9CB2-D4F8CA8FD934}" destId="{EB663E02-AF08-4BC6-B2DF-2937833CE2C2}" srcOrd="0" destOrd="0" presId="urn:microsoft.com/office/officeart/2005/8/layout/vList3"/>
    <dgm:cxn modelId="{F544C28B-1B6F-478E-90F1-0166710564A3}" type="presParOf" srcId="{647BCFD5-B52F-4A61-9CB2-D4F8CA8FD934}" destId="{2CB731FE-FDE3-4706-8B37-38409677F5F3}" srcOrd="1" destOrd="0" presId="urn:microsoft.com/office/officeart/2005/8/layout/vList3"/>
    <dgm:cxn modelId="{DEAC2F54-23E4-4F16-AC7A-B81A7DAEAE88}" type="presParOf" srcId="{915FA61B-9FBE-4C81-90F9-8FDAE3B6756C}" destId="{515A61DB-894A-4E83-BF89-CFC219430AA9}" srcOrd="5" destOrd="0" presId="urn:microsoft.com/office/officeart/2005/8/layout/vList3"/>
    <dgm:cxn modelId="{F3591657-40E8-48E7-9264-E0D0E117B878}" type="presParOf" srcId="{915FA61B-9FBE-4C81-90F9-8FDAE3B6756C}" destId="{D904ED3F-01D7-469F-971A-931C19669CC2}" srcOrd="6" destOrd="0" presId="urn:microsoft.com/office/officeart/2005/8/layout/vList3"/>
    <dgm:cxn modelId="{E0286DAA-292B-4D8F-A452-ADA46136B0F2}" type="presParOf" srcId="{D904ED3F-01D7-469F-971A-931C19669CC2}" destId="{EE011BA1-165C-46F5-B747-04490F59F284}" srcOrd="0" destOrd="0" presId="urn:microsoft.com/office/officeart/2005/8/layout/vList3"/>
    <dgm:cxn modelId="{48E6BF69-550E-4F24-AC7D-3573CB61686E}" type="presParOf" srcId="{D904ED3F-01D7-469F-971A-931C19669CC2}" destId="{EFB5A9A0-F8A9-457D-AC50-85F3EA087EBF}" srcOrd="1" destOrd="0" presId="urn:microsoft.com/office/officeart/2005/8/layout/vList3"/>
    <dgm:cxn modelId="{CB3B1CBD-F291-47D7-9E74-0792DC09550F}" type="presParOf" srcId="{915FA61B-9FBE-4C81-90F9-8FDAE3B6756C}" destId="{69D27254-4422-449A-9EFF-C99224121A5A}" srcOrd="7" destOrd="0" presId="urn:microsoft.com/office/officeart/2005/8/layout/vList3"/>
    <dgm:cxn modelId="{2EB68879-71D2-4A08-8549-45A2F9D50826}" type="presParOf" srcId="{915FA61B-9FBE-4C81-90F9-8FDAE3B6756C}" destId="{09B85C44-F2DB-4A30-8A89-B7EF7D234C22}" srcOrd="8" destOrd="0" presId="urn:microsoft.com/office/officeart/2005/8/layout/vList3"/>
    <dgm:cxn modelId="{52EF7779-9D25-4021-BD40-439D5262EF33}" type="presParOf" srcId="{09B85C44-F2DB-4A30-8A89-B7EF7D234C22}" destId="{5F6A7221-3916-441F-B348-83D6455C54CF}" srcOrd="0" destOrd="0" presId="urn:microsoft.com/office/officeart/2005/8/layout/vList3"/>
    <dgm:cxn modelId="{8742CFEA-651B-4835-B3E6-7D0C6E610934}" type="presParOf" srcId="{09B85C44-F2DB-4A30-8A89-B7EF7D234C22}" destId="{F1E24D5B-A8F6-44F2-83C7-233758AACABB}" srcOrd="1" destOrd="0" presId="urn:microsoft.com/office/officeart/2005/8/layout/vList3"/>
    <dgm:cxn modelId="{69F95AD4-2E07-4D6F-88E1-05A38845E6E8}" type="presParOf" srcId="{915FA61B-9FBE-4C81-90F9-8FDAE3B6756C}" destId="{1FC0F2A6-D126-4CD5-8C0B-6FBE6DDD6A6A}" srcOrd="9" destOrd="0" presId="urn:microsoft.com/office/officeart/2005/8/layout/vList3"/>
    <dgm:cxn modelId="{AC6AB95B-EE43-460B-8CB3-0D32DAEF5E4F}" type="presParOf" srcId="{915FA61B-9FBE-4C81-90F9-8FDAE3B6756C}" destId="{42418D16-8BD9-4B01-B249-D2C2B404A754}" srcOrd="10" destOrd="0" presId="urn:microsoft.com/office/officeart/2005/8/layout/vList3"/>
    <dgm:cxn modelId="{F8DCE94C-4024-4894-9CE8-3871CBF82DF5}" type="presParOf" srcId="{42418D16-8BD9-4B01-B249-D2C2B404A754}" destId="{6813D47D-2E4E-46BB-86AD-98F8BCE35CF4}" srcOrd="0" destOrd="0" presId="urn:microsoft.com/office/officeart/2005/8/layout/vList3"/>
    <dgm:cxn modelId="{25D7493E-E449-4E5A-B90E-2FB9FC65DD54}" type="presParOf" srcId="{42418D16-8BD9-4B01-B249-D2C2B404A754}" destId="{C2532D60-AD1A-4CAC-9673-2707B1DC7D70}" srcOrd="1" destOrd="0" presId="urn:microsoft.com/office/officeart/2005/8/layout/vList3"/>
    <dgm:cxn modelId="{FC3A8C42-32DD-4552-BE3E-304BECBA786B}" type="presParOf" srcId="{915FA61B-9FBE-4C81-90F9-8FDAE3B6756C}" destId="{5A49457C-B806-40FD-A569-22C7E3F35ADC}" srcOrd="11" destOrd="0" presId="urn:microsoft.com/office/officeart/2005/8/layout/vList3"/>
    <dgm:cxn modelId="{2BA52357-3715-4D51-BA48-6AC3918C931A}" type="presParOf" srcId="{915FA61B-9FBE-4C81-90F9-8FDAE3B6756C}" destId="{75C248FE-F6B0-4F7C-9DF5-52E5F554E9B9}" srcOrd="12" destOrd="0" presId="urn:microsoft.com/office/officeart/2005/8/layout/vList3"/>
    <dgm:cxn modelId="{62FB4378-37A7-45AD-B7ED-00015FC69047}" type="presParOf" srcId="{75C248FE-F6B0-4F7C-9DF5-52E5F554E9B9}" destId="{B6299458-6BCB-4907-9659-B6CC30A03D9C}" srcOrd="0" destOrd="0" presId="urn:microsoft.com/office/officeart/2005/8/layout/vList3"/>
    <dgm:cxn modelId="{D7DFCC0B-7FF0-4866-9423-5EBC7BDF8118}" type="presParOf" srcId="{75C248FE-F6B0-4F7C-9DF5-52E5F554E9B9}" destId="{ED8F2335-65B2-4BBE-9B9F-65FF7B6B4FA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F7CDB91-7FAB-4CAE-BF38-01D2F0E57254}" type="doc">
      <dgm:prSet loTypeId="urn:diagrams.loki3.com/TabbedArc+Icon" loCatId="officeonlin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003CAB7-5A72-461A-AB6B-BD1EF25D278D}">
      <dgm:prSet phldrT="[Text]"/>
      <dgm:spPr/>
      <dgm:t>
        <a:bodyPr/>
        <a:lstStyle/>
        <a:p>
          <a:pPr>
            <a:buNone/>
          </a:pPr>
          <a:r>
            <a:rPr lang="en-US" b="1"/>
            <a:t>Relevance</a:t>
          </a:r>
          <a:endParaRPr lang="en-US"/>
        </a:p>
        <a:p>
          <a:pPr>
            <a:buNone/>
          </a:pPr>
          <a:r>
            <a:rPr lang="en-US"/>
            <a:t>Does the answer address the question directly?</a:t>
          </a:r>
          <a:endParaRPr lang="en-IN" dirty="0"/>
        </a:p>
      </dgm:t>
    </dgm:pt>
    <dgm:pt modelId="{55712C29-F20A-43E4-AA6A-DB4CBD5DCFF0}" type="parTrans" cxnId="{FA318C9D-DFB2-42FC-B53E-BDF00EC0050F}">
      <dgm:prSet/>
      <dgm:spPr/>
      <dgm:t>
        <a:bodyPr/>
        <a:lstStyle/>
        <a:p>
          <a:endParaRPr lang="en-IN"/>
        </a:p>
      </dgm:t>
    </dgm:pt>
    <dgm:pt modelId="{0EFBBAE0-F4B5-4DB8-81F3-6BA41726894E}" type="sibTrans" cxnId="{FA318C9D-DFB2-42FC-B53E-BDF00EC0050F}">
      <dgm:prSet/>
      <dgm:spPr/>
      <dgm:t>
        <a:bodyPr/>
        <a:lstStyle/>
        <a:p>
          <a:endParaRPr lang="en-IN"/>
        </a:p>
      </dgm:t>
    </dgm:pt>
    <dgm:pt modelId="{4ABDC25F-FABD-435C-8721-3916F6145C57}">
      <dgm:prSet phldrT="[Text]"/>
      <dgm:spPr/>
      <dgm:t>
        <a:bodyPr/>
        <a:lstStyle/>
        <a:p>
          <a:pPr>
            <a:buNone/>
          </a:pPr>
          <a:r>
            <a:rPr lang="en-US" b="1" dirty="0"/>
            <a:t>Accuracy</a:t>
          </a:r>
          <a:endParaRPr lang="en-US" dirty="0"/>
        </a:p>
        <a:p>
          <a:pPr>
            <a:buNone/>
          </a:pPr>
          <a:r>
            <a:rPr lang="en-US" dirty="0"/>
            <a:t>Are facts correct relative to document/tool output?</a:t>
          </a:r>
          <a:endParaRPr lang="en-IN" dirty="0"/>
        </a:p>
      </dgm:t>
    </dgm:pt>
    <dgm:pt modelId="{892AE84B-7B14-4F80-AFBF-C3F00E19A84E}" type="parTrans" cxnId="{18BBFE6F-9647-46F6-8E7A-D6E682AB6F13}">
      <dgm:prSet/>
      <dgm:spPr/>
      <dgm:t>
        <a:bodyPr/>
        <a:lstStyle/>
        <a:p>
          <a:endParaRPr lang="en-IN"/>
        </a:p>
      </dgm:t>
    </dgm:pt>
    <dgm:pt modelId="{1E8C64A8-B6DF-4F79-A668-39BB6828EB42}" type="sibTrans" cxnId="{18BBFE6F-9647-46F6-8E7A-D6E682AB6F13}">
      <dgm:prSet/>
      <dgm:spPr/>
      <dgm:t>
        <a:bodyPr/>
        <a:lstStyle/>
        <a:p>
          <a:endParaRPr lang="en-IN"/>
        </a:p>
      </dgm:t>
    </dgm:pt>
    <dgm:pt modelId="{FCD82798-68A2-4405-8F72-2AB615503AFA}">
      <dgm:prSet phldrT="[Text]"/>
      <dgm:spPr/>
      <dgm:t>
        <a:bodyPr/>
        <a:lstStyle/>
        <a:p>
          <a:pPr>
            <a:buNone/>
          </a:pPr>
          <a:r>
            <a:rPr lang="en-US" b="1"/>
            <a:t>Safety Compliance</a:t>
          </a:r>
          <a:endParaRPr lang="en-US"/>
        </a:p>
        <a:p>
          <a:pPr>
            <a:buNone/>
          </a:pPr>
          <a:r>
            <a:rPr lang="en-US"/>
            <a:t>No diagnosis, prescription, dosage change or unsafe medical advice.</a:t>
          </a:r>
          <a:endParaRPr lang="en-IN" dirty="0"/>
        </a:p>
      </dgm:t>
    </dgm:pt>
    <dgm:pt modelId="{DE4254B1-4736-4663-A1CB-747138A4F862}" type="parTrans" cxnId="{B8DD6C51-B99C-4976-A99B-F0F1D206E265}">
      <dgm:prSet/>
      <dgm:spPr/>
      <dgm:t>
        <a:bodyPr/>
        <a:lstStyle/>
        <a:p>
          <a:endParaRPr lang="en-IN"/>
        </a:p>
      </dgm:t>
    </dgm:pt>
    <dgm:pt modelId="{08C40ABC-BF83-48B4-9F55-EDE210D561F2}" type="sibTrans" cxnId="{B8DD6C51-B99C-4976-A99B-F0F1D206E265}">
      <dgm:prSet/>
      <dgm:spPr/>
      <dgm:t>
        <a:bodyPr/>
        <a:lstStyle/>
        <a:p>
          <a:endParaRPr lang="en-IN"/>
        </a:p>
      </dgm:t>
    </dgm:pt>
    <dgm:pt modelId="{C0CA72D8-4481-49AE-A94B-9685A804083C}">
      <dgm:prSet phldrT="[Text]"/>
      <dgm:spPr/>
      <dgm:t>
        <a:bodyPr/>
        <a:lstStyle/>
        <a:p>
          <a:pPr>
            <a:buNone/>
          </a:pPr>
          <a:r>
            <a:rPr lang="en-US" b="1" dirty="0"/>
            <a:t>Completeness</a:t>
          </a:r>
          <a:endParaRPr lang="en-US" dirty="0"/>
        </a:p>
        <a:p>
          <a:pPr>
            <a:buNone/>
          </a:pPr>
          <a:r>
            <a:rPr lang="en-US" dirty="0"/>
            <a:t>Does it cover important information available in the context?</a:t>
          </a:r>
          <a:endParaRPr lang="en-IN" dirty="0"/>
        </a:p>
      </dgm:t>
    </dgm:pt>
    <dgm:pt modelId="{C07A0219-B5E9-4315-8EF6-5E4C2408D0B1}" type="parTrans" cxnId="{FCDAB87C-8899-45CC-ADE8-CF9F7C092709}">
      <dgm:prSet/>
      <dgm:spPr/>
      <dgm:t>
        <a:bodyPr/>
        <a:lstStyle/>
        <a:p>
          <a:endParaRPr lang="en-IN"/>
        </a:p>
      </dgm:t>
    </dgm:pt>
    <dgm:pt modelId="{12A8BEBF-76D1-4C39-8DCE-CBBF997F8393}" type="sibTrans" cxnId="{FCDAB87C-8899-45CC-ADE8-CF9F7C092709}">
      <dgm:prSet/>
      <dgm:spPr/>
      <dgm:t>
        <a:bodyPr/>
        <a:lstStyle/>
        <a:p>
          <a:endParaRPr lang="en-IN"/>
        </a:p>
      </dgm:t>
    </dgm:pt>
    <dgm:pt modelId="{6456CD56-FF8E-40F0-932D-C9706D8A87C6}">
      <dgm:prSet phldrT="[Text]"/>
      <dgm:spPr/>
      <dgm:t>
        <a:bodyPr/>
        <a:lstStyle/>
        <a:p>
          <a:pPr>
            <a:buNone/>
          </a:pPr>
          <a:r>
            <a:rPr lang="en-US" b="1"/>
            <a:t>Hallucination Rate</a:t>
          </a:r>
          <a:endParaRPr lang="en-US"/>
        </a:p>
        <a:p>
          <a:pPr>
            <a:buNone/>
          </a:pPr>
          <a:r>
            <a:rPr lang="en-US"/>
            <a:t>Share of unsupported or contradicted claims. Lower is better.</a:t>
          </a:r>
          <a:endParaRPr lang="en-IN" dirty="0"/>
        </a:p>
      </dgm:t>
    </dgm:pt>
    <dgm:pt modelId="{91E4D23E-A146-4EB4-B774-43B0A97F5526}" type="parTrans" cxnId="{9151D6F1-9056-49DC-982B-06254E2F73B4}">
      <dgm:prSet/>
      <dgm:spPr/>
      <dgm:t>
        <a:bodyPr/>
        <a:lstStyle/>
        <a:p>
          <a:endParaRPr lang="en-IN"/>
        </a:p>
      </dgm:t>
    </dgm:pt>
    <dgm:pt modelId="{1AC6F86C-BDDF-458B-AA46-6764BBB47955}" type="sibTrans" cxnId="{9151D6F1-9056-49DC-982B-06254E2F73B4}">
      <dgm:prSet/>
      <dgm:spPr/>
      <dgm:t>
        <a:bodyPr/>
        <a:lstStyle/>
        <a:p>
          <a:endParaRPr lang="en-IN"/>
        </a:p>
      </dgm:t>
    </dgm:pt>
    <dgm:pt modelId="{A9BF7336-142F-4199-A5E8-984133CF0409}">
      <dgm:prSet phldrT="[Text]"/>
      <dgm:spPr/>
      <dgm:t>
        <a:bodyPr/>
        <a:lstStyle/>
        <a:p>
          <a:pPr>
            <a:buNone/>
          </a:pPr>
          <a:r>
            <a:rPr lang="en-US" b="1"/>
            <a:t>Grounded ness / Faithfulness</a:t>
          </a:r>
          <a:endParaRPr lang="en-US"/>
        </a:p>
        <a:p>
          <a:pPr>
            <a:buNone/>
          </a:pPr>
          <a:r>
            <a:rPr lang="en-US"/>
            <a:t>Are claims supported by retrieved context?</a:t>
          </a:r>
          <a:endParaRPr lang="en-IN" dirty="0"/>
        </a:p>
      </dgm:t>
    </dgm:pt>
    <dgm:pt modelId="{FB486CCE-4072-4A44-8818-4A65EC9B02AA}" type="parTrans" cxnId="{CE2009F6-C8C6-4CC8-86AB-3B3B86F8FEE7}">
      <dgm:prSet/>
      <dgm:spPr/>
      <dgm:t>
        <a:bodyPr/>
        <a:lstStyle/>
        <a:p>
          <a:endParaRPr lang="en-IN"/>
        </a:p>
      </dgm:t>
    </dgm:pt>
    <dgm:pt modelId="{59A0C7BF-C771-47B5-B62C-155509E0E322}" type="sibTrans" cxnId="{CE2009F6-C8C6-4CC8-86AB-3B3B86F8FEE7}">
      <dgm:prSet/>
      <dgm:spPr/>
      <dgm:t>
        <a:bodyPr/>
        <a:lstStyle/>
        <a:p>
          <a:endParaRPr lang="en-IN"/>
        </a:p>
      </dgm:t>
    </dgm:pt>
    <dgm:pt modelId="{044D497D-7880-458D-9207-F064475E16A2}" type="pres">
      <dgm:prSet presAssocID="{6F7CDB91-7FAB-4CAE-BF38-01D2F0E57254}" presName="Name0" presStyleCnt="0">
        <dgm:presLayoutVars>
          <dgm:dir/>
          <dgm:resizeHandles val="exact"/>
        </dgm:presLayoutVars>
      </dgm:prSet>
      <dgm:spPr/>
    </dgm:pt>
    <dgm:pt modelId="{C03931C3-1646-4477-AAAB-071ABBC85637}" type="pres">
      <dgm:prSet presAssocID="{6003CAB7-5A72-461A-AB6B-BD1EF25D278D}" presName="twoplus" presStyleLbl="node1" presStyleIdx="0" presStyleCnt="6">
        <dgm:presLayoutVars>
          <dgm:bulletEnabled val="1"/>
        </dgm:presLayoutVars>
      </dgm:prSet>
      <dgm:spPr/>
    </dgm:pt>
    <dgm:pt modelId="{78846E52-D32B-45F7-B628-B3D419B8386C}" type="pres">
      <dgm:prSet presAssocID="{C0CA72D8-4481-49AE-A94B-9685A804083C}" presName="twoplus" presStyleLbl="node1" presStyleIdx="1" presStyleCnt="6">
        <dgm:presLayoutVars>
          <dgm:bulletEnabled val="1"/>
        </dgm:presLayoutVars>
      </dgm:prSet>
      <dgm:spPr/>
    </dgm:pt>
    <dgm:pt modelId="{0AE21607-B752-4B55-8F93-A6F5D85B4E84}" type="pres">
      <dgm:prSet presAssocID="{6456CD56-FF8E-40F0-932D-C9706D8A87C6}" presName="twoplus" presStyleLbl="node1" presStyleIdx="2" presStyleCnt="6">
        <dgm:presLayoutVars>
          <dgm:bulletEnabled val="1"/>
        </dgm:presLayoutVars>
      </dgm:prSet>
      <dgm:spPr/>
    </dgm:pt>
    <dgm:pt modelId="{28EF4BFE-2606-4066-8DA4-075635DDC241}" type="pres">
      <dgm:prSet presAssocID="{A9BF7336-142F-4199-A5E8-984133CF0409}" presName="twoplus" presStyleLbl="node1" presStyleIdx="3" presStyleCnt="6">
        <dgm:presLayoutVars>
          <dgm:bulletEnabled val="1"/>
        </dgm:presLayoutVars>
      </dgm:prSet>
      <dgm:spPr/>
    </dgm:pt>
    <dgm:pt modelId="{B0EFF7DA-2271-4D45-A03B-7092A40E37D6}" type="pres">
      <dgm:prSet presAssocID="{4ABDC25F-FABD-435C-8721-3916F6145C57}" presName="twoplus" presStyleLbl="node1" presStyleIdx="4" presStyleCnt="6">
        <dgm:presLayoutVars>
          <dgm:bulletEnabled val="1"/>
        </dgm:presLayoutVars>
      </dgm:prSet>
      <dgm:spPr/>
    </dgm:pt>
    <dgm:pt modelId="{418BAA0C-D26D-4CA5-8B1F-76390C7DDDF2}" type="pres">
      <dgm:prSet presAssocID="{FCD82798-68A2-4405-8F72-2AB615503AFA}" presName="twoplus" presStyleLbl="node1" presStyleIdx="5" presStyleCnt="6">
        <dgm:presLayoutVars>
          <dgm:bulletEnabled val="1"/>
        </dgm:presLayoutVars>
      </dgm:prSet>
      <dgm:spPr/>
    </dgm:pt>
  </dgm:ptLst>
  <dgm:cxnLst>
    <dgm:cxn modelId="{169AA600-2EE0-43D5-95C1-ABCD9A3197BE}" type="presOf" srcId="{A9BF7336-142F-4199-A5E8-984133CF0409}" destId="{28EF4BFE-2606-4066-8DA4-075635DDC241}" srcOrd="0" destOrd="0" presId="urn:diagrams.loki3.com/TabbedArc+Icon"/>
    <dgm:cxn modelId="{56446A41-6B55-4384-AC22-8EE6988F1932}" type="presOf" srcId="{6456CD56-FF8E-40F0-932D-C9706D8A87C6}" destId="{0AE21607-B752-4B55-8F93-A6F5D85B4E84}" srcOrd="0" destOrd="0" presId="urn:diagrams.loki3.com/TabbedArc+Icon"/>
    <dgm:cxn modelId="{E80EA566-2414-4C42-84A3-B80A4452A671}" type="presOf" srcId="{4ABDC25F-FABD-435C-8721-3916F6145C57}" destId="{B0EFF7DA-2271-4D45-A03B-7092A40E37D6}" srcOrd="0" destOrd="0" presId="urn:diagrams.loki3.com/TabbedArc+Icon"/>
    <dgm:cxn modelId="{4026A348-E440-4D1F-AF56-8FF03CA2CB51}" type="presOf" srcId="{C0CA72D8-4481-49AE-A94B-9685A804083C}" destId="{78846E52-D32B-45F7-B628-B3D419B8386C}" srcOrd="0" destOrd="0" presId="urn:diagrams.loki3.com/TabbedArc+Icon"/>
    <dgm:cxn modelId="{8BA14F4E-FB89-4B35-B216-D748938447AD}" type="presOf" srcId="{FCD82798-68A2-4405-8F72-2AB615503AFA}" destId="{418BAA0C-D26D-4CA5-8B1F-76390C7DDDF2}" srcOrd="0" destOrd="0" presId="urn:diagrams.loki3.com/TabbedArc+Icon"/>
    <dgm:cxn modelId="{18BBFE6F-9647-46F6-8E7A-D6E682AB6F13}" srcId="{6F7CDB91-7FAB-4CAE-BF38-01D2F0E57254}" destId="{4ABDC25F-FABD-435C-8721-3916F6145C57}" srcOrd="4" destOrd="0" parTransId="{892AE84B-7B14-4F80-AFBF-C3F00E19A84E}" sibTransId="{1E8C64A8-B6DF-4F79-A668-39BB6828EB42}"/>
    <dgm:cxn modelId="{B8DD6C51-B99C-4976-A99B-F0F1D206E265}" srcId="{6F7CDB91-7FAB-4CAE-BF38-01D2F0E57254}" destId="{FCD82798-68A2-4405-8F72-2AB615503AFA}" srcOrd="5" destOrd="0" parTransId="{DE4254B1-4736-4663-A1CB-747138A4F862}" sibTransId="{08C40ABC-BF83-48B4-9F55-EDE210D561F2}"/>
    <dgm:cxn modelId="{FCDAB87C-8899-45CC-ADE8-CF9F7C092709}" srcId="{6F7CDB91-7FAB-4CAE-BF38-01D2F0E57254}" destId="{C0CA72D8-4481-49AE-A94B-9685A804083C}" srcOrd="1" destOrd="0" parTransId="{C07A0219-B5E9-4315-8EF6-5E4C2408D0B1}" sibTransId="{12A8BEBF-76D1-4C39-8DCE-CBBF997F8393}"/>
    <dgm:cxn modelId="{D67C6A7E-5447-4262-A2D6-F7152A34AEA5}" type="presOf" srcId="{6003CAB7-5A72-461A-AB6B-BD1EF25D278D}" destId="{C03931C3-1646-4477-AAAB-071ABBC85637}" srcOrd="0" destOrd="0" presId="urn:diagrams.loki3.com/TabbedArc+Icon"/>
    <dgm:cxn modelId="{FA318C9D-DFB2-42FC-B53E-BDF00EC0050F}" srcId="{6F7CDB91-7FAB-4CAE-BF38-01D2F0E57254}" destId="{6003CAB7-5A72-461A-AB6B-BD1EF25D278D}" srcOrd="0" destOrd="0" parTransId="{55712C29-F20A-43E4-AA6A-DB4CBD5DCFF0}" sibTransId="{0EFBBAE0-F4B5-4DB8-81F3-6BA41726894E}"/>
    <dgm:cxn modelId="{637B5ABC-C52A-415F-B87C-D3AE0C4EE6A8}" type="presOf" srcId="{6F7CDB91-7FAB-4CAE-BF38-01D2F0E57254}" destId="{044D497D-7880-458D-9207-F064475E16A2}" srcOrd="0" destOrd="0" presId="urn:diagrams.loki3.com/TabbedArc+Icon"/>
    <dgm:cxn modelId="{9151D6F1-9056-49DC-982B-06254E2F73B4}" srcId="{6F7CDB91-7FAB-4CAE-BF38-01D2F0E57254}" destId="{6456CD56-FF8E-40F0-932D-C9706D8A87C6}" srcOrd="2" destOrd="0" parTransId="{91E4D23E-A146-4EB4-B774-43B0A97F5526}" sibTransId="{1AC6F86C-BDDF-458B-AA46-6764BBB47955}"/>
    <dgm:cxn modelId="{CE2009F6-C8C6-4CC8-86AB-3B3B86F8FEE7}" srcId="{6F7CDB91-7FAB-4CAE-BF38-01D2F0E57254}" destId="{A9BF7336-142F-4199-A5E8-984133CF0409}" srcOrd="3" destOrd="0" parTransId="{FB486CCE-4072-4A44-8818-4A65EC9B02AA}" sibTransId="{59A0C7BF-C771-47B5-B62C-155509E0E322}"/>
    <dgm:cxn modelId="{F81AC31D-5A1B-41F1-82E6-377E596A8FA6}" type="presParOf" srcId="{044D497D-7880-458D-9207-F064475E16A2}" destId="{C03931C3-1646-4477-AAAB-071ABBC85637}" srcOrd="0" destOrd="0" presId="urn:diagrams.loki3.com/TabbedArc+Icon"/>
    <dgm:cxn modelId="{9BD3BFCF-CBC9-4EDF-B623-86072EF93AB0}" type="presParOf" srcId="{044D497D-7880-458D-9207-F064475E16A2}" destId="{78846E52-D32B-45F7-B628-B3D419B8386C}" srcOrd="1" destOrd="0" presId="urn:diagrams.loki3.com/TabbedArc+Icon"/>
    <dgm:cxn modelId="{1D0240EF-8A49-406A-BD51-E4376FA9EA61}" type="presParOf" srcId="{044D497D-7880-458D-9207-F064475E16A2}" destId="{0AE21607-B752-4B55-8F93-A6F5D85B4E84}" srcOrd="2" destOrd="0" presId="urn:diagrams.loki3.com/TabbedArc+Icon"/>
    <dgm:cxn modelId="{B8BE1982-772F-41AA-A931-09D8A936902D}" type="presParOf" srcId="{044D497D-7880-458D-9207-F064475E16A2}" destId="{28EF4BFE-2606-4066-8DA4-075635DDC241}" srcOrd="3" destOrd="0" presId="urn:diagrams.loki3.com/TabbedArc+Icon"/>
    <dgm:cxn modelId="{59B67F05-AABD-4D7E-BAC1-FD5073B2B05F}" type="presParOf" srcId="{044D497D-7880-458D-9207-F064475E16A2}" destId="{B0EFF7DA-2271-4D45-A03B-7092A40E37D6}" srcOrd="4" destOrd="0" presId="urn:diagrams.loki3.com/TabbedArc+Icon"/>
    <dgm:cxn modelId="{69D85B48-F1F7-4A12-8F84-24C838F673DD}" type="presParOf" srcId="{044D497D-7880-458D-9207-F064475E16A2}" destId="{418BAA0C-D26D-4CA5-8B1F-76390C7DDDF2}" srcOrd="5" destOrd="0" presId="urn:diagrams.loki3.com/TabbedArc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EF568F9-89D4-4D74-BCA4-5FB4D4F09DD6}" type="doc">
      <dgm:prSet loTypeId="urn:microsoft.com/office/officeart/2005/8/layout/rings+Icon" loCatId="relationship" qsTypeId="urn:microsoft.com/office/officeart/2005/8/quickstyle/3d4" qsCatId="3D" csTypeId="urn:microsoft.com/office/officeart/2005/8/colors/accent1_2" csCatId="accent1" phldr="1"/>
      <dgm:spPr/>
    </dgm:pt>
    <dgm:pt modelId="{879FC362-76DE-4C97-A4C7-266F0E4EB7A3}">
      <dgm:prSet phldrT="[Text]"/>
      <dgm:spPr/>
      <dgm:t>
        <a:bodyPr/>
        <a:lstStyle/>
        <a:p>
          <a:pPr>
            <a:buNone/>
          </a:pPr>
          <a:r>
            <a:rPr lang="en-US" b="1">
              <a:solidFill>
                <a:schemeClr val="bg1"/>
              </a:solidFill>
            </a:rPr>
            <a:t>Input gate</a:t>
          </a:r>
          <a:endParaRPr lang="en-US">
            <a:solidFill>
              <a:schemeClr val="bg1"/>
            </a:solidFill>
          </a:endParaRPr>
        </a:p>
        <a:p>
          <a:pPr>
            <a:buNone/>
          </a:pPr>
          <a:r>
            <a:rPr lang="en-US">
              <a:solidFill>
                <a:schemeClr val="bg1"/>
              </a:solidFill>
            </a:rPr>
            <a:t>Planner blocks unsafe medical advice and out-of-scope requests before model generation.</a:t>
          </a:r>
          <a:endParaRPr lang="en-IN" dirty="0">
            <a:solidFill>
              <a:schemeClr val="bg1"/>
            </a:solidFill>
          </a:endParaRPr>
        </a:p>
      </dgm:t>
    </dgm:pt>
    <dgm:pt modelId="{87B17340-5D20-4330-B3E8-91B64E37A25B}" type="parTrans" cxnId="{F1E78316-732B-4591-9E07-56EA38C6C596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8EBE766F-0598-4950-80A5-EE0341CD2BF8}" type="sibTrans" cxnId="{F1E78316-732B-4591-9E07-56EA38C6C596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D21A2671-5B40-4C7D-A166-00AD3A6A15B3}">
      <dgm:prSet phldrT="[Text]"/>
      <dgm:spPr/>
      <dgm:t>
        <a:bodyPr/>
        <a:lstStyle/>
        <a:p>
          <a:pPr>
            <a:buNone/>
          </a:pPr>
          <a:r>
            <a:rPr lang="en-US" b="1">
              <a:solidFill>
                <a:schemeClr val="bg1"/>
              </a:solidFill>
            </a:rPr>
            <a:t>Prompt guardrails</a:t>
          </a:r>
          <a:endParaRPr lang="en-US">
            <a:solidFill>
              <a:schemeClr val="bg1"/>
            </a:solidFill>
          </a:endParaRPr>
        </a:p>
        <a:p>
          <a:pPr>
            <a:buNone/>
          </a:pPr>
          <a:r>
            <a:rPr lang="en-US">
              <a:solidFill>
                <a:schemeClr val="bg1"/>
              </a:solidFill>
            </a:rPr>
            <a:t>Reasoning prompt disallows diagnosis, medication changes and unsupported claims.</a:t>
          </a:r>
          <a:endParaRPr lang="en-IN" dirty="0">
            <a:solidFill>
              <a:schemeClr val="bg1"/>
            </a:solidFill>
          </a:endParaRPr>
        </a:p>
      </dgm:t>
    </dgm:pt>
    <dgm:pt modelId="{D6666F98-7905-498F-8F00-D377D4F68B65}" type="parTrans" cxnId="{948D3A1E-1376-45B0-A7A2-AA226EB19BD1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0C846419-950D-4D21-84A9-9602AF4DFD9D}" type="sibTrans" cxnId="{948D3A1E-1376-45B0-A7A2-AA226EB19BD1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573A5B17-B8F5-4A21-BB5F-47173DF4D323}">
      <dgm:prSet phldrT="[Text]"/>
      <dgm:spPr/>
      <dgm:t>
        <a:bodyPr/>
        <a:lstStyle/>
        <a:p>
          <a:pPr>
            <a:buNone/>
          </a:pPr>
          <a:r>
            <a:rPr lang="en-US" b="1" dirty="0">
              <a:solidFill>
                <a:schemeClr val="bg1"/>
              </a:solidFill>
            </a:rPr>
            <a:t>Operational logs</a:t>
          </a:r>
          <a:endParaRPr lang="en-US" dirty="0">
            <a:solidFill>
              <a:schemeClr val="bg1"/>
            </a:solidFill>
          </a:endParaRPr>
        </a:p>
        <a:p>
          <a:pPr>
            <a:buNone/>
          </a:pPr>
          <a:r>
            <a:rPr lang="en-US" dirty="0">
              <a:solidFill>
                <a:schemeClr val="bg1"/>
              </a:solidFill>
            </a:rPr>
            <a:t>Token usage, route decisions, blocked questions and evaluation counts are available in dashboard.</a:t>
          </a:r>
          <a:endParaRPr lang="en-IN" dirty="0">
            <a:solidFill>
              <a:schemeClr val="bg1"/>
            </a:solidFill>
          </a:endParaRPr>
        </a:p>
      </dgm:t>
    </dgm:pt>
    <dgm:pt modelId="{82584976-E9BB-4060-BFB0-18BE80E63074}" type="parTrans" cxnId="{CAD320FE-0330-4E83-8EA0-5DAAF778F992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12931A98-E2AA-4E4C-9A73-41E5046D683B}" type="sibTrans" cxnId="{CAD320FE-0330-4E83-8EA0-5DAAF778F992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ACD51C34-8C02-4293-B223-8C2ED5B819B1}">
      <dgm:prSet phldrT="[Text]"/>
      <dgm:spPr/>
      <dgm:t>
        <a:bodyPr/>
        <a:lstStyle/>
        <a:p>
          <a:pPr>
            <a:buNone/>
          </a:pPr>
          <a:r>
            <a:rPr lang="en-US" b="1">
              <a:solidFill>
                <a:schemeClr val="bg1"/>
              </a:solidFill>
            </a:rPr>
            <a:t>Source display</a:t>
          </a:r>
          <a:endParaRPr lang="en-US">
            <a:solidFill>
              <a:schemeClr val="bg1"/>
            </a:solidFill>
          </a:endParaRPr>
        </a:p>
        <a:p>
          <a:pPr>
            <a:buNone/>
          </a:pPr>
          <a:r>
            <a:rPr lang="en-US">
              <a:solidFill>
                <a:schemeClr val="bg1"/>
              </a:solidFill>
            </a:rPr>
            <a:t>Frontend shows sources so reviewers can verify provenance.</a:t>
          </a:r>
          <a:endParaRPr lang="en-IN" dirty="0">
            <a:solidFill>
              <a:schemeClr val="bg1"/>
            </a:solidFill>
          </a:endParaRPr>
        </a:p>
      </dgm:t>
    </dgm:pt>
    <dgm:pt modelId="{CDF3F32F-4C4D-4B45-AFFB-DB5C2CC5D6BC}" type="parTrans" cxnId="{B4F78BE8-0BB5-47A9-8411-8727FC186B2E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94AC1E56-4BBA-4B71-BF3E-2E9FD575F4A8}" type="sibTrans" cxnId="{B4F78BE8-0BB5-47A9-8411-8727FC186B2E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20942FF5-A2A4-4DB4-A047-ECDBBD669EDE}">
      <dgm:prSet phldrT="[Text]"/>
      <dgm:spPr/>
      <dgm:t>
        <a:bodyPr/>
        <a:lstStyle/>
        <a:p>
          <a:pPr>
            <a:buNone/>
          </a:pPr>
          <a:r>
            <a:rPr lang="en-US" b="1">
              <a:solidFill>
                <a:schemeClr val="bg1"/>
              </a:solidFill>
            </a:rPr>
            <a:t>Context gate</a:t>
          </a:r>
          <a:endParaRPr lang="en-US">
            <a:solidFill>
              <a:schemeClr val="bg1"/>
            </a:solidFill>
          </a:endParaRPr>
        </a:p>
        <a:p>
          <a:pPr>
            <a:buNone/>
          </a:pPr>
          <a:r>
            <a:rPr lang="en-US">
              <a:solidFill>
                <a:schemeClr val="bg1"/>
              </a:solidFill>
            </a:rPr>
            <a:t>RAG answers only after retrieval; no context returns a safe no-context response.</a:t>
          </a:r>
          <a:endParaRPr lang="en-IN" dirty="0">
            <a:solidFill>
              <a:schemeClr val="bg1"/>
            </a:solidFill>
          </a:endParaRPr>
        </a:p>
      </dgm:t>
    </dgm:pt>
    <dgm:pt modelId="{2854690A-2C2E-44A2-B106-5D77699E5CE3}" type="parTrans" cxnId="{5B206129-ADBE-4701-B1EA-BF7AA75B79C7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08315318-5769-4DD1-BB6A-A0E6BE908ABF}" type="sibTrans" cxnId="{5B206129-ADBE-4701-B1EA-BF7AA75B79C7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9AB003CA-D2C4-41F7-827C-3448C6563564}">
      <dgm:prSet phldrT="[Text]"/>
      <dgm:spPr/>
      <dgm:t>
        <a:bodyPr/>
        <a:lstStyle/>
        <a:p>
          <a:pPr>
            <a:buNone/>
          </a:pPr>
          <a:r>
            <a:rPr lang="en-US" b="1">
              <a:solidFill>
                <a:schemeClr val="bg1"/>
              </a:solidFill>
            </a:rPr>
            <a:t>Evaluation loop</a:t>
          </a:r>
          <a:endParaRPr lang="en-US">
            <a:solidFill>
              <a:schemeClr val="bg1"/>
            </a:solidFill>
          </a:endParaRPr>
        </a:p>
        <a:p>
          <a:pPr>
            <a:buNone/>
          </a:pPr>
          <a:r>
            <a:rPr lang="en-US">
              <a:solidFill>
                <a:schemeClr val="bg1"/>
              </a:solidFill>
            </a:rPr>
            <a:t>LLM-as-a-Judge scores answer vs context and records average score.</a:t>
          </a:r>
          <a:endParaRPr lang="en-IN" dirty="0">
            <a:solidFill>
              <a:schemeClr val="bg1"/>
            </a:solidFill>
          </a:endParaRPr>
        </a:p>
      </dgm:t>
    </dgm:pt>
    <dgm:pt modelId="{8A83C7D6-1B7C-40E7-9AC6-66C3D6A8A2AF}" type="parTrans" cxnId="{85E3019A-6BAD-47DE-989C-773FD428713B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A56D9A4A-F9D2-4ACE-8CE7-8440432B37ED}" type="sibTrans" cxnId="{85E3019A-6BAD-47DE-989C-773FD428713B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934A0CFC-7119-45EF-982F-0FB228BE5068}">
      <dgm:prSet phldrT="[Text]"/>
      <dgm:spPr/>
      <dgm:t>
        <a:bodyPr/>
        <a:lstStyle/>
        <a:p>
          <a:pPr>
            <a:buNone/>
          </a:pPr>
          <a:r>
            <a:rPr lang="en-US" b="1" dirty="0">
              <a:solidFill>
                <a:schemeClr val="bg1"/>
              </a:solidFill>
            </a:rPr>
            <a:t>Operational logs</a:t>
          </a:r>
          <a:endParaRPr lang="en-US" dirty="0">
            <a:solidFill>
              <a:schemeClr val="bg1"/>
            </a:solidFill>
          </a:endParaRPr>
        </a:p>
        <a:p>
          <a:pPr>
            <a:buNone/>
          </a:pPr>
          <a:r>
            <a:rPr lang="en-US" dirty="0">
              <a:solidFill>
                <a:schemeClr val="bg1"/>
              </a:solidFill>
            </a:rPr>
            <a:t>Token usage, route decisions, blocked questions and evaluation counts are available in dashboard.</a:t>
          </a:r>
          <a:endParaRPr lang="en-IN" dirty="0">
            <a:solidFill>
              <a:schemeClr val="bg1"/>
            </a:solidFill>
          </a:endParaRPr>
        </a:p>
      </dgm:t>
    </dgm:pt>
    <dgm:pt modelId="{AA1DFFCB-47C6-4983-9923-9B8EC38FDAA7}" type="parTrans" cxnId="{3F632807-1371-46E2-81A6-3297C0703B2B}">
      <dgm:prSet/>
      <dgm:spPr/>
      <dgm:t>
        <a:bodyPr/>
        <a:lstStyle/>
        <a:p>
          <a:endParaRPr lang="en-IN"/>
        </a:p>
      </dgm:t>
    </dgm:pt>
    <dgm:pt modelId="{F21E837B-4992-4CC5-93AC-0DEFB6BE3A46}" type="sibTrans" cxnId="{3F632807-1371-46E2-81A6-3297C0703B2B}">
      <dgm:prSet/>
      <dgm:spPr/>
      <dgm:t>
        <a:bodyPr/>
        <a:lstStyle/>
        <a:p>
          <a:endParaRPr lang="en-IN"/>
        </a:p>
      </dgm:t>
    </dgm:pt>
    <dgm:pt modelId="{ED8FC6C6-B0C7-4885-8419-ACE6B7A4355B}" type="pres">
      <dgm:prSet presAssocID="{8EF568F9-89D4-4D74-BCA4-5FB4D4F09DD6}" presName="Name0" presStyleCnt="0">
        <dgm:presLayoutVars>
          <dgm:chMax val="7"/>
          <dgm:dir/>
          <dgm:resizeHandles val="exact"/>
        </dgm:presLayoutVars>
      </dgm:prSet>
      <dgm:spPr/>
    </dgm:pt>
    <dgm:pt modelId="{81D5130E-A463-4F88-8419-E91383D9FE67}" type="pres">
      <dgm:prSet presAssocID="{8EF568F9-89D4-4D74-BCA4-5FB4D4F09DD6}" presName="ellipse1" presStyleLbl="vennNode1" presStyleIdx="0" presStyleCnt="7">
        <dgm:presLayoutVars>
          <dgm:bulletEnabled val="1"/>
        </dgm:presLayoutVars>
      </dgm:prSet>
      <dgm:spPr/>
    </dgm:pt>
    <dgm:pt modelId="{5E17F328-B455-4D3A-B814-DC82A11822D7}" type="pres">
      <dgm:prSet presAssocID="{8EF568F9-89D4-4D74-BCA4-5FB4D4F09DD6}" presName="ellipse2" presStyleLbl="vennNode1" presStyleIdx="1" presStyleCnt="7">
        <dgm:presLayoutVars>
          <dgm:bulletEnabled val="1"/>
        </dgm:presLayoutVars>
      </dgm:prSet>
      <dgm:spPr/>
    </dgm:pt>
    <dgm:pt modelId="{E13E460E-500B-4F0F-B100-9ABFBEBEA360}" type="pres">
      <dgm:prSet presAssocID="{8EF568F9-89D4-4D74-BCA4-5FB4D4F09DD6}" presName="ellipse3" presStyleLbl="vennNode1" presStyleIdx="2" presStyleCnt="7">
        <dgm:presLayoutVars>
          <dgm:bulletEnabled val="1"/>
        </dgm:presLayoutVars>
      </dgm:prSet>
      <dgm:spPr/>
    </dgm:pt>
    <dgm:pt modelId="{BE93E822-66F7-4297-A08F-E30C9F621B53}" type="pres">
      <dgm:prSet presAssocID="{8EF568F9-89D4-4D74-BCA4-5FB4D4F09DD6}" presName="ellipse4" presStyleLbl="vennNode1" presStyleIdx="3" presStyleCnt="7">
        <dgm:presLayoutVars>
          <dgm:bulletEnabled val="1"/>
        </dgm:presLayoutVars>
      </dgm:prSet>
      <dgm:spPr/>
    </dgm:pt>
    <dgm:pt modelId="{B975EE4A-8391-456D-957C-A8F1E931034B}" type="pres">
      <dgm:prSet presAssocID="{8EF568F9-89D4-4D74-BCA4-5FB4D4F09DD6}" presName="ellipse5" presStyleLbl="vennNode1" presStyleIdx="4" presStyleCnt="7">
        <dgm:presLayoutVars>
          <dgm:bulletEnabled val="1"/>
        </dgm:presLayoutVars>
      </dgm:prSet>
      <dgm:spPr/>
    </dgm:pt>
    <dgm:pt modelId="{00A06002-F775-4C5E-8E68-D06C1DDAE66E}" type="pres">
      <dgm:prSet presAssocID="{8EF568F9-89D4-4D74-BCA4-5FB4D4F09DD6}" presName="ellipse6" presStyleLbl="vennNode1" presStyleIdx="5" presStyleCnt="7">
        <dgm:presLayoutVars>
          <dgm:bulletEnabled val="1"/>
        </dgm:presLayoutVars>
      </dgm:prSet>
      <dgm:spPr/>
    </dgm:pt>
    <dgm:pt modelId="{B751AA4D-1FC7-44DC-B60A-BA1E60F6C8F1}" type="pres">
      <dgm:prSet presAssocID="{8EF568F9-89D4-4D74-BCA4-5FB4D4F09DD6}" presName="ellipse7" presStyleLbl="vennNode1" presStyleIdx="6" presStyleCnt="7">
        <dgm:presLayoutVars>
          <dgm:bulletEnabled val="1"/>
        </dgm:presLayoutVars>
      </dgm:prSet>
      <dgm:spPr/>
    </dgm:pt>
  </dgm:ptLst>
  <dgm:cxnLst>
    <dgm:cxn modelId="{3F632807-1371-46E2-81A6-3297C0703B2B}" srcId="{8EF568F9-89D4-4D74-BCA4-5FB4D4F09DD6}" destId="{934A0CFC-7119-45EF-982F-0FB228BE5068}" srcOrd="6" destOrd="0" parTransId="{AA1DFFCB-47C6-4983-9923-9B8EC38FDAA7}" sibTransId="{F21E837B-4992-4CC5-93AC-0DEFB6BE3A46}"/>
    <dgm:cxn modelId="{F1E78316-732B-4591-9E07-56EA38C6C596}" srcId="{8EF568F9-89D4-4D74-BCA4-5FB4D4F09DD6}" destId="{879FC362-76DE-4C97-A4C7-266F0E4EB7A3}" srcOrd="0" destOrd="0" parTransId="{87B17340-5D20-4330-B3E8-91B64E37A25B}" sibTransId="{8EBE766F-0598-4950-80A5-EE0341CD2BF8}"/>
    <dgm:cxn modelId="{948D3A1E-1376-45B0-A7A2-AA226EB19BD1}" srcId="{8EF568F9-89D4-4D74-BCA4-5FB4D4F09DD6}" destId="{D21A2671-5B40-4C7D-A166-00AD3A6A15B3}" srcOrd="4" destOrd="0" parTransId="{D6666F98-7905-498F-8F00-D377D4F68B65}" sibTransId="{0C846419-950D-4D21-84A9-9602AF4DFD9D}"/>
    <dgm:cxn modelId="{5B206129-ADBE-4701-B1EA-BF7AA75B79C7}" srcId="{8EF568F9-89D4-4D74-BCA4-5FB4D4F09DD6}" destId="{20942FF5-A2A4-4DB4-A047-ECDBBD669EDE}" srcOrd="2" destOrd="0" parTransId="{2854690A-2C2E-44A2-B106-5D77699E5CE3}" sibTransId="{08315318-5769-4DD1-BB6A-A0E6BE908ABF}"/>
    <dgm:cxn modelId="{70BF755C-A120-4368-80EB-6948B474E531}" type="presOf" srcId="{D21A2671-5B40-4C7D-A166-00AD3A6A15B3}" destId="{B975EE4A-8391-456D-957C-A8F1E931034B}" srcOrd="0" destOrd="0" presId="urn:microsoft.com/office/officeart/2005/8/layout/rings+Icon"/>
    <dgm:cxn modelId="{936DC364-5164-45BA-AF82-39C9037BB2A1}" type="presOf" srcId="{ACD51C34-8C02-4293-B223-8C2ED5B819B1}" destId="{5E17F328-B455-4D3A-B814-DC82A11822D7}" srcOrd="0" destOrd="0" presId="urn:microsoft.com/office/officeart/2005/8/layout/rings+Icon"/>
    <dgm:cxn modelId="{EF4C8D70-E0F3-4654-A238-0C01799BA517}" type="presOf" srcId="{573A5B17-B8F5-4A21-BB5F-47173DF4D323}" destId="{00A06002-F775-4C5E-8E68-D06C1DDAE66E}" srcOrd="0" destOrd="0" presId="urn:microsoft.com/office/officeart/2005/8/layout/rings+Icon"/>
    <dgm:cxn modelId="{85E3019A-6BAD-47DE-989C-773FD428713B}" srcId="{8EF568F9-89D4-4D74-BCA4-5FB4D4F09DD6}" destId="{9AB003CA-D2C4-41F7-827C-3448C6563564}" srcOrd="3" destOrd="0" parTransId="{8A83C7D6-1B7C-40E7-9AC6-66C3D6A8A2AF}" sibTransId="{A56D9A4A-F9D2-4ACE-8CE7-8440432B37ED}"/>
    <dgm:cxn modelId="{6EC2A39B-6281-4202-A95D-FB6645795D5F}" type="presOf" srcId="{934A0CFC-7119-45EF-982F-0FB228BE5068}" destId="{B751AA4D-1FC7-44DC-B60A-BA1E60F6C8F1}" srcOrd="0" destOrd="0" presId="urn:microsoft.com/office/officeart/2005/8/layout/rings+Icon"/>
    <dgm:cxn modelId="{ED2920B3-910A-4BF2-9EC5-CC09322C7075}" type="presOf" srcId="{9AB003CA-D2C4-41F7-827C-3448C6563564}" destId="{BE93E822-66F7-4297-A08F-E30C9F621B53}" srcOrd="0" destOrd="0" presId="urn:microsoft.com/office/officeart/2005/8/layout/rings+Icon"/>
    <dgm:cxn modelId="{677C29E1-479D-425B-BD5C-5F8F74228A2A}" type="presOf" srcId="{20942FF5-A2A4-4DB4-A047-ECDBBD669EDE}" destId="{E13E460E-500B-4F0F-B100-9ABFBEBEA360}" srcOrd="0" destOrd="0" presId="urn:microsoft.com/office/officeart/2005/8/layout/rings+Icon"/>
    <dgm:cxn modelId="{B4F78BE8-0BB5-47A9-8411-8727FC186B2E}" srcId="{8EF568F9-89D4-4D74-BCA4-5FB4D4F09DD6}" destId="{ACD51C34-8C02-4293-B223-8C2ED5B819B1}" srcOrd="1" destOrd="0" parTransId="{CDF3F32F-4C4D-4B45-AFFB-DB5C2CC5D6BC}" sibTransId="{94AC1E56-4BBA-4B71-BF3E-2E9FD575F4A8}"/>
    <dgm:cxn modelId="{6F0989EF-45CC-4315-8093-31FB4114BECA}" type="presOf" srcId="{8EF568F9-89D4-4D74-BCA4-5FB4D4F09DD6}" destId="{ED8FC6C6-B0C7-4885-8419-ACE6B7A4355B}" srcOrd="0" destOrd="0" presId="urn:microsoft.com/office/officeart/2005/8/layout/rings+Icon"/>
    <dgm:cxn modelId="{8049F6F5-1EAE-4919-B1C2-050D4E8C8409}" type="presOf" srcId="{879FC362-76DE-4C97-A4C7-266F0E4EB7A3}" destId="{81D5130E-A463-4F88-8419-E91383D9FE67}" srcOrd="0" destOrd="0" presId="urn:microsoft.com/office/officeart/2005/8/layout/rings+Icon"/>
    <dgm:cxn modelId="{CAD320FE-0330-4E83-8EA0-5DAAF778F992}" srcId="{8EF568F9-89D4-4D74-BCA4-5FB4D4F09DD6}" destId="{573A5B17-B8F5-4A21-BB5F-47173DF4D323}" srcOrd="5" destOrd="0" parTransId="{82584976-E9BB-4060-BFB0-18BE80E63074}" sibTransId="{12931A98-E2AA-4E4C-9A73-41E5046D683B}"/>
    <dgm:cxn modelId="{CF3A362F-A31D-46F0-A172-4B12B2554E7B}" type="presParOf" srcId="{ED8FC6C6-B0C7-4885-8419-ACE6B7A4355B}" destId="{81D5130E-A463-4F88-8419-E91383D9FE67}" srcOrd="0" destOrd="0" presId="urn:microsoft.com/office/officeart/2005/8/layout/rings+Icon"/>
    <dgm:cxn modelId="{A050E53A-F308-4B1B-BBC9-67EE40882C60}" type="presParOf" srcId="{ED8FC6C6-B0C7-4885-8419-ACE6B7A4355B}" destId="{5E17F328-B455-4D3A-B814-DC82A11822D7}" srcOrd="1" destOrd="0" presId="urn:microsoft.com/office/officeart/2005/8/layout/rings+Icon"/>
    <dgm:cxn modelId="{A2D9A33E-5443-4F2D-9C6A-A2CA2E671F02}" type="presParOf" srcId="{ED8FC6C6-B0C7-4885-8419-ACE6B7A4355B}" destId="{E13E460E-500B-4F0F-B100-9ABFBEBEA360}" srcOrd="2" destOrd="0" presId="urn:microsoft.com/office/officeart/2005/8/layout/rings+Icon"/>
    <dgm:cxn modelId="{A0FB108C-B3BB-4239-BCA3-B80C49ED1583}" type="presParOf" srcId="{ED8FC6C6-B0C7-4885-8419-ACE6B7A4355B}" destId="{BE93E822-66F7-4297-A08F-E30C9F621B53}" srcOrd="3" destOrd="0" presId="urn:microsoft.com/office/officeart/2005/8/layout/rings+Icon"/>
    <dgm:cxn modelId="{CAA0A48F-98F5-4FD2-9DF1-181B6DDDE3C4}" type="presParOf" srcId="{ED8FC6C6-B0C7-4885-8419-ACE6B7A4355B}" destId="{B975EE4A-8391-456D-957C-A8F1E931034B}" srcOrd="4" destOrd="0" presId="urn:microsoft.com/office/officeart/2005/8/layout/rings+Icon"/>
    <dgm:cxn modelId="{09964F8B-EA58-4837-B3D3-56BA8AF52E12}" type="presParOf" srcId="{ED8FC6C6-B0C7-4885-8419-ACE6B7A4355B}" destId="{00A06002-F775-4C5E-8E68-D06C1DDAE66E}" srcOrd="5" destOrd="0" presId="urn:microsoft.com/office/officeart/2005/8/layout/rings+Icon"/>
    <dgm:cxn modelId="{078441A1-5DFE-4A4B-8282-EA81E678EE1B}" type="presParOf" srcId="{ED8FC6C6-B0C7-4885-8419-ACE6B7A4355B}" destId="{B751AA4D-1FC7-44DC-B60A-BA1E60F6C8F1}" srcOrd="6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90326-24A4-453B-9252-803C2B920EEE}">
      <dsp:nvSpPr>
        <dsp:cNvPr id="0" name=""/>
        <dsp:cNvSpPr/>
      </dsp:nvSpPr>
      <dsp:spPr>
        <a:xfrm rot="5400000">
          <a:off x="5804489" y="-3741110"/>
          <a:ext cx="1306305" cy="8791075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863" tIns="129034" rIns="114863" bIns="129034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Project Overview</a:t>
          </a:r>
        </a:p>
      </dsp:txBody>
      <dsp:txXfrm rot="16200000">
        <a:off x="38260" y="39535"/>
        <a:ext cx="2132376" cy="1229785"/>
      </dsp:txXfrm>
    </dsp:sp>
    <dsp:sp modelId="{6A34A646-AC92-49A3-A3DF-4C4AE3933186}">
      <dsp:nvSpPr>
        <dsp:cNvPr id="0" name=""/>
        <dsp:cNvSpPr/>
      </dsp:nvSpPr>
      <dsp:spPr>
        <a:xfrm>
          <a:off x="2170635" y="1274"/>
          <a:ext cx="8682544" cy="13063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81" tIns="129034" rIns="183781" bIns="12903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The goal of this project is to build an AI-powered healthcare assistant that helps hospital staff access information from multiple sources through a single chat interface.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The system combines Retrieval-Augmented Generation (RAG), Multi-Agent AI, Multimodal AI, MCP-based database access, and cloud deployment to provide accurate and contextual healthcare information. </a:t>
          </a:r>
        </a:p>
      </dsp:txBody>
      <dsp:txXfrm>
        <a:off x="2170635" y="1274"/>
        <a:ext cx="8682544" cy="1306305"/>
      </dsp:txXfrm>
    </dsp:sp>
    <dsp:sp modelId="{AF5BFBE4-1FAF-4031-A099-148ECB1BB916}">
      <dsp:nvSpPr>
        <dsp:cNvPr id="0" name=""/>
        <dsp:cNvSpPr/>
      </dsp:nvSpPr>
      <dsp:spPr>
        <a:xfrm rot="16200000">
          <a:off x="432165" y="-430890"/>
          <a:ext cx="1306305" cy="2170636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863" tIns="129034" rIns="114863" bIns="129034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Project Overview</a:t>
          </a:r>
        </a:p>
      </dsp:txBody>
      <dsp:txXfrm rot="5400000">
        <a:off x="38260" y="39535"/>
        <a:ext cx="2132376" cy="1229785"/>
      </dsp:txXfrm>
    </dsp:sp>
    <dsp:sp modelId="{1E01A0AD-86D6-45FF-8A01-857881F5DF50}">
      <dsp:nvSpPr>
        <dsp:cNvPr id="0" name=""/>
        <dsp:cNvSpPr/>
      </dsp:nvSpPr>
      <dsp:spPr>
        <a:xfrm rot="5400000">
          <a:off x="5804489" y="-2356426"/>
          <a:ext cx="1306305" cy="8791075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863" tIns="129034" rIns="114863" bIns="129034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Problem Statement</a:t>
          </a:r>
        </a:p>
      </dsp:txBody>
      <dsp:txXfrm rot="16200000">
        <a:off x="38260" y="1424218"/>
        <a:ext cx="2132376" cy="1229785"/>
      </dsp:txXfrm>
    </dsp:sp>
    <dsp:sp modelId="{E07423DD-B0A3-4662-B35A-EC10DA7480D8}">
      <dsp:nvSpPr>
        <dsp:cNvPr id="0" name=""/>
        <dsp:cNvSpPr/>
      </dsp:nvSpPr>
      <dsp:spPr>
        <a:xfrm>
          <a:off x="2170635" y="1385958"/>
          <a:ext cx="8682544" cy="13063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81" tIns="129034" rIns="183781" bIns="12903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Hospitals keep information in many different places, such as SOPs, policies, patient records, appointment systems, billing systems, and medical reports.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Because the information is spread across multiple systems, finding the right data can take a lot of time and effort.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The goal is to build a single AI assistant that can connect to all these sources and provide fast, accurate, and relevant answers whenever needed.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 dirty="0"/>
        </a:p>
      </dsp:txBody>
      <dsp:txXfrm>
        <a:off x="2170635" y="1385958"/>
        <a:ext cx="8682544" cy="1306305"/>
      </dsp:txXfrm>
    </dsp:sp>
    <dsp:sp modelId="{AF20ADAB-4D53-405C-8A59-C3441A7C5EFF}">
      <dsp:nvSpPr>
        <dsp:cNvPr id="0" name=""/>
        <dsp:cNvSpPr/>
      </dsp:nvSpPr>
      <dsp:spPr>
        <a:xfrm rot="16200000">
          <a:off x="432165" y="953793"/>
          <a:ext cx="1306305" cy="2170636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863" tIns="129034" rIns="114863" bIns="129034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Problem Statement</a:t>
          </a:r>
        </a:p>
      </dsp:txBody>
      <dsp:txXfrm rot="5400000">
        <a:off x="38260" y="1424218"/>
        <a:ext cx="2132376" cy="1229785"/>
      </dsp:txXfrm>
    </dsp:sp>
    <dsp:sp modelId="{06F1F840-B337-4056-B6D1-C6470EAAFEBC}">
      <dsp:nvSpPr>
        <dsp:cNvPr id="0" name=""/>
        <dsp:cNvSpPr/>
      </dsp:nvSpPr>
      <dsp:spPr>
        <a:xfrm rot="5400000">
          <a:off x="5804489" y="-971742"/>
          <a:ext cx="1306305" cy="8791075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863" tIns="129034" rIns="114863" bIns="129034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bg1"/>
              </a:solidFill>
            </a:rPr>
            <a:t>Proposed Solution</a:t>
          </a:r>
          <a:endParaRPr lang="en-IN" sz="2800" kern="1200" dirty="0">
            <a:solidFill>
              <a:schemeClr val="bg1"/>
            </a:solidFill>
          </a:endParaRPr>
        </a:p>
      </dsp:txBody>
      <dsp:txXfrm rot="16200000">
        <a:off x="38260" y="2808902"/>
        <a:ext cx="2132376" cy="1229785"/>
      </dsp:txXfrm>
    </dsp:sp>
    <dsp:sp modelId="{830A80F2-F941-45C9-A1FF-1C846BFF2DA2}">
      <dsp:nvSpPr>
        <dsp:cNvPr id="0" name=""/>
        <dsp:cNvSpPr/>
      </dsp:nvSpPr>
      <dsp:spPr>
        <a:xfrm>
          <a:off x="2170635" y="2770642"/>
          <a:ext cx="8682544" cy="13063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81" tIns="129034" rIns="183781" bIns="12903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rgbClr val="1F2937"/>
              </a:solidFill>
            </a:rPr>
            <a:t>MediAssist</a:t>
          </a:r>
          <a:r>
            <a:rPr lang="en-US" sz="1200" kern="1200" dirty="0">
              <a:solidFill>
                <a:srgbClr val="1F2937"/>
              </a:solidFill>
            </a:rPr>
            <a:t> AI is an agentic copilot that validates the question, routes to RAG or MCP, retrieves trusted context, generates a safe response, attaches sources, and evaluates answer quality with LLM-as-a-Judge.</a:t>
          </a:r>
          <a:endParaRPr lang="en-IN" sz="1200" kern="1200" dirty="0"/>
        </a:p>
      </dsp:txBody>
      <dsp:txXfrm>
        <a:off x="2170635" y="2770642"/>
        <a:ext cx="8682544" cy="1306305"/>
      </dsp:txXfrm>
    </dsp:sp>
    <dsp:sp modelId="{E778B1EB-0F97-43F9-AB94-38BEF1CAD639}">
      <dsp:nvSpPr>
        <dsp:cNvPr id="0" name=""/>
        <dsp:cNvSpPr/>
      </dsp:nvSpPr>
      <dsp:spPr>
        <a:xfrm rot="16200000">
          <a:off x="432165" y="2338477"/>
          <a:ext cx="1306305" cy="2170636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863" tIns="129034" rIns="114863" bIns="129034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bg1"/>
              </a:solidFill>
            </a:rPr>
            <a:t>Proposed Solution</a:t>
          </a:r>
          <a:endParaRPr lang="en-IN" sz="2800" kern="1200" dirty="0">
            <a:solidFill>
              <a:schemeClr val="bg1"/>
            </a:solidFill>
          </a:endParaRPr>
        </a:p>
      </dsp:txBody>
      <dsp:txXfrm rot="5400000">
        <a:off x="38260" y="2808902"/>
        <a:ext cx="2132376" cy="12297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0B67F-43F2-4F8F-A844-8E6F1106EEAD}">
      <dsp:nvSpPr>
        <dsp:cNvPr id="0" name=""/>
        <dsp:cNvSpPr/>
      </dsp:nvSpPr>
      <dsp:spPr>
        <a:xfrm rot="10800000">
          <a:off x="2070510" y="537"/>
          <a:ext cx="7414683" cy="811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7896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0B1F3A"/>
              </a:solidFill>
            </a:rPr>
            <a:t>Assumptions</a:t>
          </a:r>
          <a:endParaRPr lang="en-US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1F2937"/>
              </a:solidFill>
            </a:rPr>
            <a:t>Uploaded documents are user-specific and dynamic, hospital operational data is available through controlled MCP tools, medical images may contain both visible text and visual clinical context.</a:t>
          </a:r>
          <a:endParaRPr lang="en-IN" sz="1200" kern="1200" dirty="0"/>
        </a:p>
      </dsp:txBody>
      <dsp:txXfrm rot="10800000">
        <a:off x="2273412" y="537"/>
        <a:ext cx="7211781" cy="811607"/>
      </dsp:txXfrm>
    </dsp:sp>
    <dsp:sp modelId="{5F61ED2B-3919-43BD-92AF-60CF302A0814}">
      <dsp:nvSpPr>
        <dsp:cNvPr id="0" name=""/>
        <dsp:cNvSpPr/>
      </dsp:nvSpPr>
      <dsp:spPr>
        <a:xfrm>
          <a:off x="1664706" y="537"/>
          <a:ext cx="811607" cy="811607"/>
        </a:xfrm>
        <a:prstGeom prst="ellipse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90E06-644D-425A-89FC-660B25149B76}">
      <dsp:nvSpPr>
        <dsp:cNvPr id="0" name=""/>
        <dsp:cNvSpPr/>
      </dsp:nvSpPr>
      <dsp:spPr>
        <a:xfrm rot="10800000">
          <a:off x="2070510" y="1022898"/>
          <a:ext cx="7414683" cy="811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7896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0B1F3A"/>
              </a:solidFill>
            </a:rPr>
            <a:t>Scope</a:t>
          </a:r>
          <a:endParaRPr lang="en-US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1F2937"/>
              </a:solidFill>
            </a:rPr>
            <a:t>Answer support questions, summarize uploaded records, explain SOP/policy content, retrieve sources, and route operational questions to MCP. No independent diagnosis or prescription decisions.</a:t>
          </a:r>
          <a:endParaRPr lang="en-IN" sz="1200" kern="1200" dirty="0"/>
        </a:p>
      </dsp:txBody>
      <dsp:txXfrm rot="10800000">
        <a:off x="2273412" y="1022898"/>
        <a:ext cx="7211781" cy="811607"/>
      </dsp:txXfrm>
    </dsp:sp>
    <dsp:sp modelId="{27DDD0EF-3B0B-4CBF-9D09-CD7CE827185F}">
      <dsp:nvSpPr>
        <dsp:cNvPr id="0" name=""/>
        <dsp:cNvSpPr/>
      </dsp:nvSpPr>
      <dsp:spPr>
        <a:xfrm>
          <a:off x="1664706" y="1022898"/>
          <a:ext cx="811607" cy="811607"/>
        </a:xfrm>
        <a:prstGeom prst="ellipse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890EAC-33DE-4DDD-AC48-33EBDD086F48}">
      <dsp:nvSpPr>
        <dsp:cNvPr id="0" name=""/>
        <dsp:cNvSpPr/>
      </dsp:nvSpPr>
      <dsp:spPr>
        <a:xfrm rot="10800000">
          <a:off x="2070510" y="2045259"/>
          <a:ext cx="7414683" cy="811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7896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0B1F3A"/>
              </a:solidFill>
            </a:rPr>
            <a:t>Pre-requisites</a:t>
          </a:r>
          <a:endParaRPr lang="en-US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1F2937"/>
              </a:solidFill>
            </a:rPr>
            <a:t>Python environment, </a:t>
          </a:r>
          <a:r>
            <a:rPr lang="en-US" sz="1200" kern="1200" dirty="0" err="1">
              <a:solidFill>
                <a:srgbClr val="1F2937"/>
              </a:solidFill>
            </a:rPr>
            <a:t>Groq</a:t>
          </a:r>
          <a:r>
            <a:rPr lang="en-US" sz="1200" kern="1200" dirty="0">
              <a:solidFill>
                <a:srgbClr val="1F2937"/>
              </a:solidFill>
            </a:rPr>
            <a:t>/OpenAI-compatible key for GPT-OSS, FAISS data directory, </a:t>
          </a:r>
          <a:r>
            <a:rPr lang="en-US" sz="1200" kern="1200" dirty="0" err="1">
              <a:solidFill>
                <a:srgbClr val="1F2937"/>
              </a:solidFill>
            </a:rPr>
            <a:t>Streamlit</a:t>
          </a:r>
          <a:r>
            <a:rPr lang="en-US" sz="1200" kern="1200" dirty="0">
              <a:solidFill>
                <a:srgbClr val="1F2937"/>
              </a:solidFill>
            </a:rPr>
            <a:t>, </a:t>
          </a:r>
          <a:r>
            <a:rPr lang="en-US" sz="1200" kern="1200" dirty="0" err="1">
              <a:solidFill>
                <a:srgbClr val="1F2937"/>
              </a:solidFill>
            </a:rPr>
            <a:t>FastAPI</a:t>
          </a:r>
          <a:r>
            <a:rPr lang="en-US" sz="1200" kern="1200" dirty="0">
              <a:solidFill>
                <a:srgbClr val="1F2937"/>
              </a:solidFill>
            </a:rPr>
            <a:t>, </a:t>
          </a:r>
          <a:r>
            <a:rPr lang="en-US" sz="1200" kern="1200" dirty="0" err="1">
              <a:solidFill>
                <a:srgbClr val="1F2937"/>
              </a:solidFill>
            </a:rPr>
            <a:t>EasyOCR</a:t>
          </a:r>
          <a:r>
            <a:rPr lang="en-US" sz="1200" kern="1200" dirty="0">
              <a:solidFill>
                <a:srgbClr val="1F2937"/>
              </a:solidFill>
            </a:rPr>
            <a:t> dependencies, Docker, and optional Azure/Render deployment configuration.</a:t>
          </a:r>
          <a:endParaRPr lang="en-IN" sz="1200" kern="1200" dirty="0"/>
        </a:p>
      </dsp:txBody>
      <dsp:txXfrm rot="10800000">
        <a:off x="2273412" y="2045259"/>
        <a:ext cx="7211781" cy="811607"/>
      </dsp:txXfrm>
    </dsp:sp>
    <dsp:sp modelId="{21228475-1F43-4438-877D-9BF300367A4D}">
      <dsp:nvSpPr>
        <dsp:cNvPr id="0" name=""/>
        <dsp:cNvSpPr/>
      </dsp:nvSpPr>
      <dsp:spPr>
        <a:xfrm>
          <a:off x="1664706" y="2045259"/>
          <a:ext cx="811607" cy="811607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60DE7B-B111-4CA3-B6D2-CF013A1C23B4}">
      <dsp:nvSpPr>
        <dsp:cNvPr id="0" name=""/>
        <dsp:cNvSpPr/>
      </dsp:nvSpPr>
      <dsp:spPr>
        <a:xfrm rot="10800000">
          <a:off x="2070510" y="3067620"/>
          <a:ext cx="7414683" cy="811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7896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0B1F3A"/>
              </a:solidFill>
            </a:rPr>
            <a:t>Safety baseline</a:t>
          </a:r>
          <a:endParaRPr lang="en-US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1F2937"/>
              </a:solidFill>
            </a:rPr>
            <a:t>The assistant must refuse unsafe clinical advice, avoid dosage decisions, disclose limited context, and present source-backed answers rather than unsupported certainty.</a:t>
          </a:r>
          <a:endParaRPr lang="en-IN" sz="1200" kern="1200" dirty="0"/>
        </a:p>
      </dsp:txBody>
      <dsp:txXfrm rot="10800000">
        <a:off x="2273412" y="3067620"/>
        <a:ext cx="7211781" cy="811607"/>
      </dsp:txXfrm>
    </dsp:sp>
    <dsp:sp modelId="{92C769E6-58AD-4A71-B94C-9FC5A1ED2CC7}">
      <dsp:nvSpPr>
        <dsp:cNvPr id="0" name=""/>
        <dsp:cNvSpPr/>
      </dsp:nvSpPr>
      <dsp:spPr>
        <a:xfrm>
          <a:off x="1664706" y="3067620"/>
          <a:ext cx="811607" cy="811607"/>
        </a:xfrm>
        <a:prstGeom prst="ellipse">
          <a:avLst/>
        </a:prstGeom>
        <a:blipFill dpi="0" rotWithShape="1"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95E686-052E-4C52-B4EC-EB2E37ACE9CC}">
      <dsp:nvSpPr>
        <dsp:cNvPr id="0" name=""/>
        <dsp:cNvSpPr/>
      </dsp:nvSpPr>
      <dsp:spPr>
        <a:xfrm>
          <a:off x="264229" y="904099"/>
          <a:ext cx="805271" cy="8052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4CDDA-5F02-4E2B-B4B0-EBA6351D6090}">
      <dsp:nvSpPr>
        <dsp:cNvPr id="0" name=""/>
        <dsp:cNvSpPr/>
      </dsp:nvSpPr>
      <dsp:spPr>
        <a:xfrm>
          <a:off x="383040" y="1022909"/>
          <a:ext cx="567650" cy="567650"/>
        </a:xfrm>
        <a:prstGeom prst="ellipse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FC12FB-FDA3-4D73-A82A-A4F0AE2E3422}">
      <dsp:nvSpPr>
        <dsp:cNvPr id="0" name=""/>
        <dsp:cNvSpPr/>
      </dsp:nvSpPr>
      <dsp:spPr>
        <a:xfrm>
          <a:off x="6806" y="1960192"/>
          <a:ext cx="1320117" cy="92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100" b="1" kern="1200" dirty="0">
              <a:solidFill>
                <a:srgbClr val="0B1F3A"/>
              </a:solidFill>
            </a:rPr>
            <a:t>Frontend — </a:t>
          </a:r>
          <a:r>
            <a:rPr lang="en-US" sz="1100" b="1" kern="1200" dirty="0" err="1">
              <a:solidFill>
                <a:srgbClr val="0B1F3A"/>
              </a:solidFill>
            </a:rPr>
            <a:t>Streamlit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100" kern="1200" dirty="0">
              <a:solidFill>
                <a:srgbClr val="1F2937"/>
              </a:solidFill>
            </a:rPr>
            <a:t>Fast dashboard and chat UI simple deployment, visible file inventory and analytics.</a:t>
          </a:r>
          <a:endParaRPr lang="en-IN" sz="1100" kern="1200" dirty="0"/>
        </a:p>
      </dsp:txBody>
      <dsp:txXfrm>
        <a:off x="6806" y="1960192"/>
        <a:ext cx="1320117" cy="924774"/>
      </dsp:txXfrm>
    </dsp:sp>
    <dsp:sp modelId="{0D3CDFD7-5EFA-48DF-B38A-CDE4ACC6ECE5}">
      <dsp:nvSpPr>
        <dsp:cNvPr id="0" name=""/>
        <dsp:cNvSpPr/>
      </dsp:nvSpPr>
      <dsp:spPr>
        <a:xfrm>
          <a:off x="1815367" y="904099"/>
          <a:ext cx="805271" cy="8052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DAF0DE-9CC9-4314-A292-5AD7AEE9F8FC}">
      <dsp:nvSpPr>
        <dsp:cNvPr id="0" name=""/>
        <dsp:cNvSpPr/>
      </dsp:nvSpPr>
      <dsp:spPr>
        <a:xfrm>
          <a:off x="1934178" y="1022909"/>
          <a:ext cx="567650" cy="567650"/>
        </a:xfrm>
        <a:prstGeom prst="ellipse">
          <a:avLst/>
        </a:prstGeom>
        <a:blipFill dpi="0"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35A5BF-04EE-4912-ADD3-1BBC4B3FB6C8}">
      <dsp:nvSpPr>
        <dsp:cNvPr id="0" name=""/>
        <dsp:cNvSpPr/>
      </dsp:nvSpPr>
      <dsp:spPr>
        <a:xfrm>
          <a:off x="1557944" y="1960192"/>
          <a:ext cx="1320117" cy="92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100" b="1" kern="1200" dirty="0">
              <a:solidFill>
                <a:srgbClr val="0B1F3A"/>
              </a:solidFill>
            </a:rPr>
            <a:t>Backend API — </a:t>
          </a:r>
          <a:r>
            <a:rPr lang="en-US" sz="1100" b="1" kern="1200" dirty="0" err="1">
              <a:solidFill>
                <a:srgbClr val="0B1F3A"/>
              </a:solidFill>
            </a:rPr>
            <a:t>FastAPI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100" kern="1200" dirty="0">
              <a:solidFill>
                <a:srgbClr val="1F2937"/>
              </a:solidFill>
            </a:rPr>
            <a:t>Clean REST endpoints: /upload, /ask, /files, /delete. Async-friendly and production-ready with Docker.</a:t>
          </a:r>
          <a:endParaRPr lang="en-IN" sz="1100" kern="1200" dirty="0"/>
        </a:p>
      </dsp:txBody>
      <dsp:txXfrm>
        <a:off x="1557944" y="1960192"/>
        <a:ext cx="1320117" cy="924774"/>
      </dsp:txXfrm>
    </dsp:sp>
    <dsp:sp modelId="{784947D7-FB29-4434-82FA-114787722294}">
      <dsp:nvSpPr>
        <dsp:cNvPr id="0" name=""/>
        <dsp:cNvSpPr/>
      </dsp:nvSpPr>
      <dsp:spPr>
        <a:xfrm>
          <a:off x="3366505" y="904099"/>
          <a:ext cx="805271" cy="8052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048D3-51CB-43E3-A7D8-D7B7745C3795}">
      <dsp:nvSpPr>
        <dsp:cNvPr id="0" name=""/>
        <dsp:cNvSpPr/>
      </dsp:nvSpPr>
      <dsp:spPr>
        <a:xfrm>
          <a:off x="3485315" y="1022909"/>
          <a:ext cx="567650" cy="567650"/>
        </a:xfrm>
        <a:prstGeom prst="ellipse">
          <a:avLst/>
        </a:prstGeom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4C7463-61EA-4E9E-A65A-133924422C44}">
      <dsp:nvSpPr>
        <dsp:cNvPr id="0" name=""/>
        <dsp:cNvSpPr/>
      </dsp:nvSpPr>
      <dsp:spPr>
        <a:xfrm>
          <a:off x="3109082" y="1960192"/>
          <a:ext cx="1320117" cy="92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100" b="1" kern="1200" dirty="0">
              <a:solidFill>
                <a:srgbClr val="0B1F3A"/>
              </a:solidFill>
            </a:rPr>
            <a:t>Orchestration — Agentic Graph Controller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100" kern="1200" dirty="0">
              <a:solidFill>
                <a:srgbClr val="1F2937"/>
              </a:solidFill>
            </a:rPr>
            <a:t>Explicit planner → router → tool path → reasoning → evaluation sequence. Easier to debug than monolithic prompts.</a:t>
          </a:r>
          <a:endParaRPr lang="en-IN" sz="1100" kern="1200" dirty="0"/>
        </a:p>
      </dsp:txBody>
      <dsp:txXfrm>
        <a:off x="3109082" y="1960192"/>
        <a:ext cx="1320117" cy="924774"/>
      </dsp:txXfrm>
    </dsp:sp>
    <dsp:sp modelId="{0E4A37E3-257F-4ECA-854E-4C6C2FC68100}">
      <dsp:nvSpPr>
        <dsp:cNvPr id="0" name=""/>
        <dsp:cNvSpPr/>
      </dsp:nvSpPr>
      <dsp:spPr>
        <a:xfrm>
          <a:off x="4917642" y="904099"/>
          <a:ext cx="805271" cy="8052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8CC7BA-C8A8-46CB-B59E-70D26DF81945}">
      <dsp:nvSpPr>
        <dsp:cNvPr id="0" name=""/>
        <dsp:cNvSpPr/>
      </dsp:nvSpPr>
      <dsp:spPr>
        <a:xfrm>
          <a:off x="5036453" y="1022909"/>
          <a:ext cx="567650" cy="567650"/>
        </a:xfrm>
        <a:prstGeom prst="ellipse">
          <a:avLst/>
        </a:prstGeom>
        <a:blipFill>
          <a:blip xmlns:r="http://schemas.openxmlformats.org/officeDocument/2006/relationships" r:embed="rId6"/>
          <a:srcRect/>
          <a:stretch>
            <a:fillRect l="-22000" r="-22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069464-48B5-44CE-B9D7-837C6040C913}">
      <dsp:nvSpPr>
        <dsp:cNvPr id="0" name=""/>
        <dsp:cNvSpPr/>
      </dsp:nvSpPr>
      <dsp:spPr>
        <a:xfrm>
          <a:off x="4660220" y="1960192"/>
          <a:ext cx="1320117" cy="92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100" b="1" kern="1200" dirty="0">
              <a:solidFill>
                <a:srgbClr val="0B1F3A"/>
              </a:solidFill>
            </a:rPr>
            <a:t>Embeddings — all-MiniLM-L6-v2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100" kern="1200" dirty="0">
              <a:solidFill>
                <a:srgbClr val="1F2937"/>
              </a:solidFill>
            </a:rPr>
            <a:t>384-dim semantic embeddings; lightweight, fast, local, cost-effective for document retrieval.</a:t>
          </a:r>
          <a:endParaRPr lang="en-IN" sz="1100" kern="1200" dirty="0"/>
        </a:p>
      </dsp:txBody>
      <dsp:txXfrm>
        <a:off x="4660220" y="1960192"/>
        <a:ext cx="1320117" cy="924774"/>
      </dsp:txXfrm>
    </dsp:sp>
    <dsp:sp modelId="{7CEF3737-8340-4B34-8A67-B71A48A3BCD8}">
      <dsp:nvSpPr>
        <dsp:cNvPr id="0" name=""/>
        <dsp:cNvSpPr/>
      </dsp:nvSpPr>
      <dsp:spPr>
        <a:xfrm>
          <a:off x="6468780" y="904099"/>
          <a:ext cx="805271" cy="8052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DFF8C2-AA22-46AF-A7B3-C0F1829BD486}">
      <dsp:nvSpPr>
        <dsp:cNvPr id="0" name=""/>
        <dsp:cNvSpPr/>
      </dsp:nvSpPr>
      <dsp:spPr>
        <a:xfrm>
          <a:off x="6587591" y="1022909"/>
          <a:ext cx="567650" cy="567650"/>
        </a:xfrm>
        <a:prstGeom prst="ellipse">
          <a:avLst/>
        </a:prstGeom>
        <a:blipFill>
          <a:blip xmlns:r="http://schemas.openxmlformats.org/officeDocument/2006/relationships" r:embed="rId7"/>
          <a:srcRect/>
          <a:stretch>
            <a:fillRect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846B8F-9562-4D50-80E2-8A69F1197896}">
      <dsp:nvSpPr>
        <dsp:cNvPr id="0" name=""/>
        <dsp:cNvSpPr/>
      </dsp:nvSpPr>
      <dsp:spPr>
        <a:xfrm>
          <a:off x="6211357" y="1960192"/>
          <a:ext cx="1320117" cy="92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100" b="1" kern="1200" dirty="0">
              <a:solidFill>
                <a:srgbClr val="0B1F3A"/>
              </a:solidFill>
            </a:rPr>
            <a:t>Vector DB — FAISS IndexFlatL2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100" kern="1200" dirty="0">
              <a:solidFill>
                <a:srgbClr val="1F2937"/>
              </a:solidFill>
            </a:rPr>
            <a:t>Low-latency local similarity search; simple persistence; ideal for prototype-to-production migration.</a:t>
          </a:r>
          <a:endParaRPr lang="en-IN" sz="1100" kern="1200" dirty="0"/>
        </a:p>
      </dsp:txBody>
      <dsp:txXfrm>
        <a:off x="6211357" y="1960192"/>
        <a:ext cx="1320117" cy="924774"/>
      </dsp:txXfrm>
    </dsp:sp>
    <dsp:sp modelId="{7789FA0D-EC4F-4E2D-AEC1-0F3AC1817E52}">
      <dsp:nvSpPr>
        <dsp:cNvPr id="0" name=""/>
        <dsp:cNvSpPr/>
      </dsp:nvSpPr>
      <dsp:spPr>
        <a:xfrm>
          <a:off x="8019918" y="904099"/>
          <a:ext cx="805271" cy="8052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80A62F-3903-4645-B7CB-A80372C6AF73}">
      <dsp:nvSpPr>
        <dsp:cNvPr id="0" name=""/>
        <dsp:cNvSpPr/>
      </dsp:nvSpPr>
      <dsp:spPr>
        <a:xfrm>
          <a:off x="8138728" y="1022909"/>
          <a:ext cx="567650" cy="567650"/>
        </a:xfrm>
        <a:prstGeom prst="ellipse">
          <a:avLst/>
        </a:prstGeom>
        <a:blipFill>
          <a:blip xmlns:r="http://schemas.openxmlformats.org/officeDocument/2006/relationships" r:embed="rId8"/>
          <a:srcRect/>
          <a:stretch>
            <a:fillRect l="-30000" r="-30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9AE50F-9D0C-4823-9923-FF17B9C5832B}">
      <dsp:nvSpPr>
        <dsp:cNvPr id="0" name=""/>
        <dsp:cNvSpPr/>
      </dsp:nvSpPr>
      <dsp:spPr>
        <a:xfrm>
          <a:off x="7762495" y="1960192"/>
          <a:ext cx="1320117" cy="92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100" b="1" kern="1200" dirty="0">
              <a:solidFill>
                <a:srgbClr val="0B1F3A"/>
              </a:solidFill>
            </a:rPr>
            <a:t>Reasoning LLM — GPT-OSS-120B via </a:t>
          </a:r>
          <a:r>
            <a:rPr lang="en-US" sz="1100" b="1" kern="1200" dirty="0" err="1">
              <a:solidFill>
                <a:srgbClr val="0B1F3A"/>
              </a:solidFill>
            </a:rPr>
            <a:t>Groq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100" kern="1200" dirty="0">
              <a:solidFill>
                <a:srgbClr val="1F2937"/>
              </a:solidFill>
            </a:rPr>
            <a:t>Strong reasoning at high speed; centralized prompt guardrails and source-grounded answer generation.</a:t>
          </a:r>
          <a:endParaRPr lang="en-IN" sz="1100" kern="1200" dirty="0"/>
        </a:p>
      </dsp:txBody>
      <dsp:txXfrm>
        <a:off x="7762495" y="1960192"/>
        <a:ext cx="1320117" cy="924774"/>
      </dsp:txXfrm>
    </dsp:sp>
    <dsp:sp modelId="{97F246CC-F59E-4BB5-B0A5-0813CFF38B35}">
      <dsp:nvSpPr>
        <dsp:cNvPr id="0" name=""/>
        <dsp:cNvSpPr/>
      </dsp:nvSpPr>
      <dsp:spPr>
        <a:xfrm>
          <a:off x="9571055" y="904099"/>
          <a:ext cx="805271" cy="8052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1F3F5-BD99-483B-940E-24916F0C0BB1}">
      <dsp:nvSpPr>
        <dsp:cNvPr id="0" name=""/>
        <dsp:cNvSpPr/>
      </dsp:nvSpPr>
      <dsp:spPr>
        <a:xfrm>
          <a:off x="9689866" y="1022909"/>
          <a:ext cx="567650" cy="567650"/>
        </a:xfrm>
        <a:prstGeom prst="ellipse">
          <a:avLst/>
        </a:prstGeom>
        <a:blipFill>
          <a:blip xmlns:r="http://schemas.openxmlformats.org/officeDocument/2006/relationships" r:embed="rId9"/>
          <a:srcRect/>
          <a:stretch>
            <a:fillRect l="-38000" r="-38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48A277-BE3F-4C04-ACCA-BBDD1EE6B8CC}">
      <dsp:nvSpPr>
        <dsp:cNvPr id="0" name=""/>
        <dsp:cNvSpPr/>
      </dsp:nvSpPr>
      <dsp:spPr>
        <a:xfrm>
          <a:off x="9313633" y="1960192"/>
          <a:ext cx="1320117" cy="92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100" b="1" kern="1200" dirty="0">
              <a:solidFill>
                <a:srgbClr val="0B1F3A"/>
              </a:solidFill>
            </a:rPr>
            <a:t>Multimodal — </a:t>
          </a:r>
          <a:r>
            <a:rPr lang="en-US" sz="1100" b="1" kern="1200" dirty="0" err="1">
              <a:solidFill>
                <a:srgbClr val="0B1F3A"/>
              </a:solidFill>
            </a:rPr>
            <a:t>EasyOCR</a:t>
          </a:r>
          <a:r>
            <a:rPr lang="en-US" sz="1100" b="1" kern="1200" dirty="0">
              <a:solidFill>
                <a:srgbClr val="0B1F3A"/>
              </a:solidFill>
            </a:rPr>
            <a:t> + Llama 4 Scout Vision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100" kern="1200" dirty="0">
              <a:solidFill>
                <a:srgbClr val="1F2937"/>
              </a:solidFill>
            </a:rPr>
            <a:t>OCR extracts visible text; vision model captures non-text visual information from medical images.</a:t>
          </a:r>
          <a:endParaRPr lang="en-IN" sz="1100" kern="1200" dirty="0"/>
        </a:p>
      </dsp:txBody>
      <dsp:txXfrm>
        <a:off x="9313633" y="1960192"/>
        <a:ext cx="1320117" cy="924774"/>
      </dsp:txXfrm>
    </dsp:sp>
    <dsp:sp modelId="{54F595BC-A2B7-42BD-A148-2A7A70E3F29A}">
      <dsp:nvSpPr>
        <dsp:cNvPr id="0" name=""/>
        <dsp:cNvSpPr/>
      </dsp:nvSpPr>
      <dsp:spPr>
        <a:xfrm>
          <a:off x="11122193" y="904099"/>
          <a:ext cx="805271" cy="8052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0443D-4EA1-42B0-A19D-33CDDE02F708}">
      <dsp:nvSpPr>
        <dsp:cNvPr id="0" name=""/>
        <dsp:cNvSpPr/>
      </dsp:nvSpPr>
      <dsp:spPr>
        <a:xfrm>
          <a:off x="11241004" y="1022909"/>
          <a:ext cx="567650" cy="567650"/>
        </a:xfrm>
        <a:prstGeom prst="ellipse">
          <a:avLst/>
        </a:prstGeom>
        <a:blipFill>
          <a:blip xmlns:r="http://schemas.openxmlformats.org/officeDocument/2006/relationships" r:embed="rId10"/>
          <a:srcRect/>
          <a:stretch>
            <a:fillRect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FF0111-2AFF-40A3-8308-B3E7406F9F61}">
      <dsp:nvSpPr>
        <dsp:cNvPr id="0" name=""/>
        <dsp:cNvSpPr/>
      </dsp:nvSpPr>
      <dsp:spPr>
        <a:xfrm>
          <a:off x="10864770" y="1960192"/>
          <a:ext cx="1320117" cy="92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100" b="1" kern="1200" dirty="0">
              <a:solidFill>
                <a:srgbClr val="0B1F3A"/>
              </a:solidFill>
            </a:rPr>
            <a:t>Observability — mediassist.log + Dashboard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100" kern="1200" dirty="0">
              <a:solidFill>
                <a:srgbClr val="1F2937"/>
              </a:solidFill>
            </a:rPr>
            <a:t>Tracks route decisions, token usage, evaluation counts and average scores.</a:t>
          </a:r>
          <a:endParaRPr lang="en-IN" sz="1100" kern="1200" dirty="0"/>
        </a:p>
      </dsp:txBody>
      <dsp:txXfrm>
        <a:off x="10864770" y="1960192"/>
        <a:ext cx="1320117" cy="9247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7899A8-E0AD-499D-A58A-A052A8EFF67D}">
      <dsp:nvSpPr>
        <dsp:cNvPr id="0" name=""/>
        <dsp:cNvSpPr/>
      </dsp:nvSpPr>
      <dsp:spPr>
        <a:xfrm>
          <a:off x="4933" y="0"/>
          <a:ext cx="1483779" cy="37890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 err="1">
              <a:solidFill>
                <a:srgbClr val="0B1F3A"/>
              </a:solidFill>
            </a:rPr>
            <a:t>Streamlit</a:t>
          </a:r>
          <a:r>
            <a:rPr lang="en-US" sz="1100" b="1" kern="1200" dirty="0">
              <a:solidFill>
                <a:srgbClr val="0B1F3A"/>
              </a:solidFill>
            </a:rPr>
            <a:t> over custom React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Faster delivery for demo + dashboard; less frontend maintenance; enough for internal copilot workflow.</a:t>
          </a:r>
          <a:endParaRPr lang="en-IN" sz="1100" kern="1200" dirty="0"/>
        </a:p>
      </dsp:txBody>
      <dsp:txXfrm>
        <a:off x="4933" y="1515626"/>
        <a:ext cx="1483779" cy="1515626"/>
      </dsp:txXfrm>
    </dsp:sp>
    <dsp:sp modelId="{D3739D1E-9E43-4997-ADA9-17347E9C2360}">
      <dsp:nvSpPr>
        <dsp:cNvPr id="0" name=""/>
        <dsp:cNvSpPr/>
      </dsp:nvSpPr>
      <dsp:spPr>
        <a:xfrm>
          <a:off x="115943" y="227344"/>
          <a:ext cx="1261759" cy="1261759"/>
        </a:xfrm>
        <a:prstGeom prst="ellipse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177ECB-9BBD-47D1-A395-6263964C8332}">
      <dsp:nvSpPr>
        <dsp:cNvPr id="0" name=""/>
        <dsp:cNvSpPr/>
      </dsp:nvSpPr>
      <dsp:spPr>
        <a:xfrm>
          <a:off x="1533226" y="0"/>
          <a:ext cx="1483779" cy="37890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 err="1">
              <a:solidFill>
                <a:srgbClr val="0B1F3A"/>
              </a:solidFill>
            </a:rPr>
            <a:t>FastAPI</a:t>
          </a:r>
          <a:r>
            <a:rPr lang="en-US" sz="1100" b="1" kern="1200" dirty="0">
              <a:solidFill>
                <a:srgbClr val="0B1F3A"/>
              </a:solidFill>
            </a:rPr>
            <a:t> over Flask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Better typing, async support, automatic </a:t>
          </a:r>
          <a:r>
            <a:rPr lang="en-US" sz="1100" kern="1200" dirty="0" err="1">
              <a:solidFill>
                <a:srgbClr val="1F2937"/>
              </a:solidFill>
            </a:rPr>
            <a:t>OpenAPI</a:t>
          </a:r>
          <a:r>
            <a:rPr lang="en-US" sz="1100" kern="1200" dirty="0">
              <a:solidFill>
                <a:srgbClr val="1F2937"/>
              </a:solidFill>
            </a:rPr>
            <a:t> docs and cleaner production service boundaries.</a:t>
          </a:r>
          <a:endParaRPr lang="en-IN" sz="1100" kern="1200" dirty="0"/>
        </a:p>
      </dsp:txBody>
      <dsp:txXfrm>
        <a:off x="1533226" y="1515626"/>
        <a:ext cx="1483779" cy="1515626"/>
      </dsp:txXfrm>
    </dsp:sp>
    <dsp:sp modelId="{29EF4B05-B45C-47B0-81A6-C97FF3C6253F}">
      <dsp:nvSpPr>
        <dsp:cNvPr id="0" name=""/>
        <dsp:cNvSpPr/>
      </dsp:nvSpPr>
      <dsp:spPr>
        <a:xfrm>
          <a:off x="1644236" y="227344"/>
          <a:ext cx="1261759" cy="1261759"/>
        </a:xfrm>
        <a:prstGeom prst="ellipse">
          <a:avLst/>
        </a:prstGeom>
        <a:blipFill dpi="0"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533B52-EB52-40D1-AE92-41B40F9D512E}">
      <dsp:nvSpPr>
        <dsp:cNvPr id="0" name=""/>
        <dsp:cNvSpPr/>
      </dsp:nvSpPr>
      <dsp:spPr>
        <a:xfrm>
          <a:off x="3061518" y="0"/>
          <a:ext cx="1483779" cy="37890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0B1F3A"/>
              </a:solidFill>
            </a:rPr>
            <a:t>FAISS over hosted vector DB initially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Local, no network dependency, simple persistence, low cost; can migrate when multi-tenant scale is required.</a:t>
          </a:r>
          <a:endParaRPr lang="en-IN" sz="1100" kern="1200" dirty="0"/>
        </a:p>
      </dsp:txBody>
      <dsp:txXfrm>
        <a:off x="3061518" y="1515626"/>
        <a:ext cx="1483779" cy="1515626"/>
      </dsp:txXfrm>
    </dsp:sp>
    <dsp:sp modelId="{C48907A8-38AC-42B8-A290-6EBB90144D89}">
      <dsp:nvSpPr>
        <dsp:cNvPr id="0" name=""/>
        <dsp:cNvSpPr/>
      </dsp:nvSpPr>
      <dsp:spPr>
        <a:xfrm>
          <a:off x="3172528" y="227344"/>
          <a:ext cx="1261759" cy="1261759"/>
        </a:xfrm>
        <a:prstGeom prst="ellipse">
          <a:avLst/>
        </a:prstGeom>
        <a:blipFill rotWithShape="1">
          <a:blip xmlns:r="http://schemas.openxmlformats.org/officeDocument/2006/relationships" r:embed="rId4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BBD15F-20CE-43E0-B279-AC7160F4E507}">
      <dsp:nvSpPr>
        <dsp:cNvPr id="0" name=""/>
        <dsp:cNvSpPr/>
      </dsp:nvSpPr>
      <dsp:spPr>
        <a:xfrm>
          <a:off x="4589811" y="0"/>
          <a:ext cx="1483779" cy="37890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 err="1">
              <a:solidFill>
                <a:srgbClr val="0B1F3A"/>
              </a:solidFill>
            </a:rPr>
            <a:t>MiniLM</a:t>
          </a:r>
          <a:r>
            <a:rPr lang="en-US" sz="1100" b="1" kern="1200" dirty="0">
              <a:solidFill>
                <a:srgbClr val="0B1F3A"/>
              </a:solidFill>
            </a:rPr>
            <a:t> over larger embeddings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Good semantic quality with low CPU cost and 384-dim storage; practical for frequent local indexing.</a:t>
          </a:r>
          <a:endParaRPr lang="en-IN" sz="1100" kern="1200" dirty="0"/>
        </a:p>
      </dsp:txBody>
      <dsp:txXfrm>
        <a:off x="4589811" y="1515626"/>
        <a:ext cx="1483779" cy="1515626"/>
      </dsp:txXfrm>
    </dsp:sp>
    <dsp:sp modelId="{27E26100-5BBA-449A-BC6B-B7BBAFB63BE0}">
      <dsp:nvSpPr>
        <dsp:cNvPr id="0" name=""/>
        <dsp:cNvSpPr/>
      </dsp:nvSpPr>
      <dsp:spPr>
        <a:xfrm>
          <a:off x="4700821" y="227344"/>
          <a:ext cx="1261759" cy="1261759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 l="-22000" r="-2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31DCA1-AF3C-4175-8A21-5AB93D920059}">
      <dsp:nvSpPr>
        <dsp:cNvPr id="0" name=""/>
        <dsp:cNvSpPr/>
      </dsp:nvSpPr>
      <dsp:spPr>
        <a:xfrm>
          <a:off x="6118104" y="0"/>
          <a:ext cx="1483779" cy="37890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0B1F3A"/>
              </a:solidFill>
            </a:rPr>
            <a:t>Graph orchestration over single chain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Planner, router, RAG, MCP, reasoning and evaluation become separately testable and observable.</a:t>
          </a:r>
          <a:endParaRPr lang="en-IN" sz="1100" kern="1200" dirty="0"/>
        </a:p>
      </dsp:txBody>
      <dsp:txXfrm>
        <a:off x="6118104" y="1515626"/>
        <a:ext cx="1483779" cy="1515626"/>
      </dsp:txXfrm>
    </dsp:sp>
    <dsp:sp modelId="{40655C5A-99ED-4D77-8E6A-9F2C858D1E80}">
      <dsp:nvSpPr>
        <dsp:cNvPr id="0" name=""/>
        <dsp:cNvSpPr/>
      </dsp:nvSpPr>
      <dsp:spPr>
        <a:xfrm>
          <a:off x="6229114" y="227344"/>
          <a:ext cx="1261759" cy="1261759"/>
        </a:xfrm>
        <a:prstGeom prst="ellipse">
          <a:avLst/>
        </a:prstGeom>
        <a:blipFill dpi="0" rotWithShape="1"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13D3C-FFB8-4994-9C2D-C0FC17186AA4}">
      <dsp:nvSpPr>
        <dsp:cNvPr id="0" name=""/>
        <dsp:cNvSpPr/>
      </dsp:nvSpPr>
      <dsp:spPr>
        <a:xfrm>
          <a:off x="7646396" y="0"/>
          <a:ext cx="1483779" cy="37890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0B1F3A"/>
              </a:solidFill>
            </a:rPr>
            <a:t>LLM-as-a-Judge over golden dataset only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Documents are dynamic per user; context changes after every upload, so fixed Q&amp;A cannot cover real runtime behavior.</a:t>
          </a:r>
          <a:endParaRPr lang="en-IN" sz="1100" kern="1200" dirty="0"/>
        </a:p>
      </dsp:txBody>
      <dsp:txXfrm>
        <a:off x="7646396" y="1515626"/>
        <a:ext cx="1483779" cy="1515626"/>
      </dsp:txXfrm>
    </dsp:sp>
    <dsp:sp modelId="{FEDE8199-B7D1-4874-922A-8BBBB76A09DD}">
      <dsp:nvSpPr>
        <dsp:cNvPr id="0" name=""/>
        <dsp:cNvSpPr/>
      </dsp:nvSpPr>
      <dsp:spPr>
        <a:xfrm>
          <a:off x="7757406" y="227344"/>
          <a:ext cx="1261759" cy="1261759"/>
        </a:xfrm>
        <a:prstGeom prst="ellipse">
          <a:avLst/>
        </a:prstGeom>
        <a:blipFill>
          <a:blip xmlns:r="http://schemas.openxmlformats.org/officeDocument/2006/relationships" r:embed="rId8"/>
          <a:srcRect/>
          <a:stretch>
            <a:fillRect l="-30000" r="-3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DE9EF0-8FB8-405F-81C4-4EFCBB9F392D}">
      <dsp:nvSpPr>
        <dsp:cNvPr id="0" name=""/>
        <dsp:cNvSpPr/>
      </dsp:nvSpPr>
      <dsp:spPr>
        <a:xfrm>
          <a:off x="9174689" y="0"/>
          <a:ext cx="1483779" cy="37890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0B1F3A"/>
              </a:solidFill>
            </a:rPr>
            <a:t>OCR + Vision over OCR alone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Medical images may contain non-text visual signals, layout and patterns that OCR cannot extract.</a:t>
          </a:r>
          <a:endParaRPr lang="en-IN" sz="1100" kern="1200" dirty="0"/>
        </a:p>
      </dsp:txBody>
      <dsp:txXfrm>
        <a:off x="9174689" y="1515626"/>
        <a:ext cx="1483779" cy="1515626"/>
      </dsp:txXfrm>
    </dsp:sp>
    <dsp:sp modelId="{7E5E3FDF-7C9C-4C70-A4B0-514907D76E67}">
      <dsp:nvSpPr>
        <dsp:cNvPr id="0" name=""/>
        <dsp:cNvSpPr/>
      </dsp:nvSpPr>
      <dsp:spPr>
        <a:xfrm>
          <a:off x="9285699" y="227344"/>
          <a:ext cx="1261759" cy="1261759"/>
        </a:xfrm>
        <a:prstGeom prst="ellipse">
          <a:avLst/>
        </a:prstGeom>
        <a:blipFill>
          <a:blip xmlns:r="http://schemas.openxmlformats.org/officeDocument/2006/relationships" r:embed="rId9"/>
          <a:srcRect/>
          <a:stretch>
            <a:fillRect l="-38000" r="-3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EFF0B7-2EDD-46DB-949F-DBB03244792F}">
      <dsp:nvSpPr>
        <dsp:cNvPr id="0" name=""/>
        <dsp:cNvSpPr/>
      </dsp:nvSpPr>
      <dsp:spPr>
        <a:xfrm>
          <a:off x="10702982" y="0"/>
          <a:ext cx="1483779" cy="37890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0B1F3A"/>
              </a:solidFill>
            </a:rPr>
            <a:t>Guardrails over free-form medical advice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Healthcare requires safe boundaries; responses must not prescribe, diagnose or alter medication.</a:t>
          </a:r>
          <a:endParaRPr lang="en-IN" sz="1100" kern="1200" dirty="0"/>
        </a:p>
      </dsp:txBody>
      <dsp:txXfrm>
        <a:off x="10702982" y="1515626"/>
        <a:ext cx="1483779" cy="1515626"/>
      </dsp:txXfrm>
    </dsp:sp>
    <dsp:sp modelId="{524F03A7-7957-462A-9EDA-600079587AF2}">
      <dsp:nvSpPr>
        <dsp:cNvPr id="0" name=""/>
        <dsp:cNvSpPr/>
      </dsp:nvSpPr>
      <dsp:spPr>
        <a:xfrm>
          <a:off x="10813992" y="227344"/>
          <a:ext cx="1261759" cy="1261759"/>
        </a:xfrm>
        <a:prstGeom prst="ellipse">
          <a:avLst/>
        </a:prstGeom>
        <a:blipFill dpi="0" rotWithShape="1"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5A06EC-4AA3-4AB3-A7C9-2C37D7FB14D5}">
      <dsp:nvSpPr>
        <dsp:cNvPr id="0" name=""/>
        <dsp:cNvSpPr/>
      </dsp:nvSpPr>
      <dsp:spPr>
        <a:xfrm>
          <a:off x="487667" y="3031253"/>
          <a:ext cx="11216359" cy="568360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6D69C9-03A5-41E0-BD65-E345219FE40B}">
      <dsp:nvSpPr>
        <dsp:cNvPr id="0" name=""/>
        <dsp:cNvSpPr/>
      </dsp:nvSpPr>
      <dsp:spPr>
        <a:xfrm>
          <a:off x="1085170" y="1085032"/>
          <a:ext cx="683272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8EA4D-A9CC-48BB-87B5-E7F111674D3E}">
      <dsp:nvSpPr>
        <dsp:cNvPr id="0" name=""/>
        <dsp:cNvSpPr/>
      </dsp:nvSpPr>
      <dsp:spPr>
        <a:xfrm>
          <a:off x="1709876" y="1005340"/>
          <a:ext cx="89801" cy="168757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1" tIns="165100" rIns="30991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0B1F3A"/>
              </a:solidFill>
            </a:rPr>
            <a:t>Loader Selection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PDF → </a:t>
          </a:r>
          <a:r>
            <a:rPr lang="en-US" sz="1100" kern="1200" dirty="0" err="1">
              <a:solidFill>
                <a:srgbClr val="1F2937"/>
              </a:solidFill>
            </a:rPr>
            <a:t>PyPDFLoader</a:t>
          </a:r>
          <a:r>
            <a:rPr lang="en-US" sz="1100" kern="1200" dirty="0">
              <a:solidFill>
                <a:srgbClr val="1F2937"/>
              </a:solidFill>
            </a:rPr>
            <a:t>, DOCX → Docx2txtLoader, Images → multimodal pipeline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Why: Choose loader by file type so source semantics are preserved.</a:t>
          </a:r>
          <a:endParaRPr lang="en-IN" sz="1100" kern="1200" dirty="0"/>
        </a:p>
      </dsp:txBody>
      <dsp:txXfrm>
        <a:off x="160525" y="1805573"/>
        <a:ext cx="1654067" cy="1727342"/>
      </dsp:txXfrm>
    </dsp:sp>
    <dsp:sp modelId="{33AA699C-D49A-40CE-A18B-58826FB1E0BD}">
      <dsp:nvSpPr>
        <dsp:cNvPr id="0" name=""/>
        <dsp:cNvSpPr/>
      </dsp:nvSpPr>
      <dsp:spPr>
        <a:xfrm>
          <a:off x="718716" y="816225"/>
          <a:ext cx="537687" cy="5376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5" tIns="20865" rIns="20865" bIns="20865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1</a:t>
          </a:r>
        </a:p>
      </dsp:txBody>
      <dsp:txXfrm>
        <a:off x="797458" y="894967"/>
        <a:ext cx="380203" cy="380203"/>
      </dsp:txXfrm>
    </dsp:sp>
    <dsp:sp modelId="{7904F48C-99FF-4136-97B8-457CF2296A20}">
      <dsp:nvSpPr>
        <dsp:cNvPr id="0" name=""/>
        <dsp:cNvSpPr/>
      </dsp:nvSpPr>
      <dsp:spPr>
        <a:xfrm>
          <a:off x="987523" y="1425879"/>
          <a:ext cx="72" cy="3281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41B116-DAD5-4959-9A00-2198480BC3AE}">
      <dsp:nvSpPr>
        <dsp:cNvPr id="0" name=""/>
        <dsp:cNvSpPr/>
      </dsp:nvSpPr>
      <dsp:spPr>
        <a:xfrm>
          <a:off x="109065" y="1754113"/>
          <a:ext cx="1756987" cy="1830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91" tIns="165100" rIns="30991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0B1F3A"/>
              </a:solidFill>
            </a:rPr>
            <a:t>Loader Selection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PDF → </a:t>
          </a:r>
          <a:r>
            <a:rPr lang="en-US" sz="1100" kern="1200" dirty="0" err="1">
              <a:solidFill>
                <a:srgbClr val="1F2937"/>
              </a:solidFill>
            </a:rPr>
            <a:t>PyPDFLoader</a:t>
          </a:r>
          <a:r>
            <a:rPr lang="en-US" sz="1100" kern="1200" dirty="0">
              <a:solidFill>
                <a:srgbClr val="1F2937"/>
              </a:solidFill>
            </a:rPr>
            <a:t>, DOCX → Docx2txtLoader, Images → multimodal pipeline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Why: Choose loader by file type so source semantics are preserved.</a:t>
          </a:r>
          <a:endParaRPr lang="en-IN" sz="1100" kern="1200" dirty="0"/>
        </a:p>
      </dsp:txBody>
      <dsp:txXfrm>
        <a:off x="160525" y="1805573"/>
        <a:ext cx="1654067" cy="1727342"/>
      </dsp:txXfrm>
    </dsp:sp>
    <dsp:sp modelId="{F2102FE8-595B-4446-A3AD-0C7D5F0B0A53}">
      <dsp:nvSpPr>
        <dsp:cNvPr id="0" name=""/>
        <dsp:cNvSpPr/>
      </dsp:nvSpPr>
      <dsp:spPr>
        <a:xfrm>
          <a:off x="1963663" y="1084979"/>
          <a:ext cx="1756987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6A3C1-4C34-4DA2-AD8C-18369D3B7678}">
      <dsp:nvSpPr>
        <dsp:cNvPr id="0" name=""/>
        <dsp:cNvSpPr/>
      </dsp:nvSpPr>
      <dsp:spPr>
        <a:xfrm>
          <a:off x="3662085" y="1005287"/>
          <a:ext cx="89801" cy="168802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1" tIns="165100" rIns="30991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0B1F3A"/>
              </a:solidFill>
            </a:rPr>
            <a:t>Text + Vision Extraction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solidFill>
                <a:srgbClr val="1F2937"/>
              </a:solidFill>
            </a:rPr>
            <a:t>EasyOCR</a:t>
          </a:r>
          <a:r>
            <a:rPr lang="en-US" sz="1100" kern="1200" dirty="0">
              <a:solidFill>
                <a:srgbClr val="1F2937"/>
              </a:solidFill>
            </a:rPr>
            <a:t> + Llama 4 Scout Vision + GPT-OSS report analyzer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Why: OCR handles visible text; vision handles diagrams / images; report analyzer normalizes into a </a:t>
          </a:r>
          <a:r>
            <a:rPr lang="en-US" sz="1100" kern="1200" dirty="0" err="1">
              <a:solidFill>
                <a:srgbClr val="1F2937"/>
              </a:solidFill>
            </a:rPr>
            <a:t>LangChain</a:t>
          </a:r>
          <a:r>
            <a:rPr lang="en-US" sz="1100" kern="1200" dirty="0">
              <a:solidFill>
                <a:srgbClr val="1F2937"/>
              </a:solidFill>
            </a:rPr>
            <a:t> Document.</a:t>
          </a:r>
          <a:endParaRPr lang="en-IN" sz="1100" kern="1200" dirty="0"/>
        </a:p>
      </dsp:txBody>
      <dsp:txXfrm>
        <a:off x="2112734" y="1805573"/>
        <a:ext cx="1654067" cy="1727342"/>
      </dsp:txXfrm>
    </dsp:sp>
    <dsp:sp modelId="{3C395873-8BB1-4E78-B17B-A2E26F428713}">
      <dsp:nvSpPr>
        <dsp:cNvPr id="0" name=""/>
        <dsp:cNvSpPr/>
      </dsp:nvSpPr>
      <dsp:spPr>
        <a:xfrm>
          <a:off x="2670924" y="816172"/>
          <a:ext cx="537687" cy="5376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5" tIns="20865" rIns="20865" bIns="20865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2</a:t>
          </a:r>
        </a:p>
      </dsp:txBody>
      <dsp:txXfrm>
        <a:off x="2749666" y="894914"/>
        <a:ext cx="380203" cy="380203"/>
      </dsp:txXfrm>
    </dsp:sp>
    <dsp:sp modelId="{3B0E73B5-7B6E-430B-BE39-67AC051EEF74}">
      <dsp:nvSpPr>
        <dsp:cNvPr id="0" name=""/>
        <dsp:cNvSpPr/>
      </dsp:nvSpPr>
      <dsp:spPr>
        <a:xfrm>
          <a:off x="2939732" y="1425845"/>
          <a:ext cx="72" cy="32822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ED0AAB-F943-4073-AD03-361F09334039}">
      <dsp:nvSpPr>
        <dsp:cNvPr id="0" name=""/>
        <dsp:cNvSpPr/>
      </dsp:nvSpPr>
      <dsp:spPr>
        <a:xfrm>
          <a:off x="2061274" y="1754113"/>
          <a:ext cx="1756987" cy="1830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91" tIns="165100" rIns="30991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0B1F3A"/>
              </a:solidFill>
            </a:rPr>
            <a:t>Text + Vision Extraction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solidFill>
                <a:srgbClr val="1F2937"/>
              </a:solidFill>
            </a:rPr>
            <a:t>EasyOCR</a:t>
          </a:r>
          <a:r>
            <a:rPr lang="en-US" sz="1100" kern="1200" dirty="0">
              <a:solidFill>
                <a:srgbClr val="1F2937"/>
              </a:solidFill>
            </a:rPr>
            <a:t> + Llama 4 Scout Vision + GPT-OSS report analyzer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Why: OCR handles visible text; vision handles diagrams / images; report analyzer normalizes into a </a:t>
          </a:r>
          <a:r>
            <a:rPr lang="en-US" sz="1100" kern="1200" dirty="0" err="1">
              <a:solidFill>
                <a:srgbClr val="1F2937"/>
              </a:solidFill>
            </a:rPr>
            <a:t>LangChain</a:t>
          </a:r>
          <a:r>
            <a:rPr lang="en-US" sz="1100" kern="1200" dirty="0">
              <a:solidFill>
                <a:srgbClr val="1F2937"/>
              </a:solidFill>
            </a:rPr>
            <a:t> Document.</a:t>
          </a:r>
          <a:endParaRPr lang="en-IN" sz="1100" kern="1200" dirty="0"/>
        </a:p>
      </dsp:txBody>
      <dsp:txXfrm>
        <a:off x="2112734" y="1805573"/>
        <a:ext cx="1654067" cy="1727342"/>
      </dsp:txXfrm>
    </dsp:sp>
    <dsp:sp modelId="{7BD3A78A-7E78-499E-9BEC-3B7C5CCD86CA}">
      <dsp:nvSpPr>
        <dsp:cNvPr id="0" name=""/>
        <dsp:cNvSpPr/>
      </dsp:nvSpPr>
      <dsp:spPr>
        <a:xfrm>
          <a:off x="3915872" y="1084954"/>
          <a:ext cx="1756987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076899-609C-4D18-AAD9-777C5E61E3AB}">
      <dsp:nvSpPr>
        <dsp:cNvPr id="0" name=""/>
        <dsp:cNvSpPr/>
      </dsp:nvSpPr>
      <dsp:spPr>
        <a:xfrm>
          <a:off x="5614293" y="1005262"/>
          <a:ext cx="89801" cy="168821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1" tIns="165100" rIns="30991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0B1F3A"/>
              </a:solidFill>
            </a:rPr>
            <a:t>Chunking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solidFill>
                <a:srgbClr val="1F2937"/>
              </a:solidFill>
            </a:rPr>
            <a:t>RecursiveCharacterTextSplitter</a:t>
          </a:r>
          <a:r>
            <a:rPr lang="en-US" sz="1100" kern="1200" dirty="0">
              <a:solidFill>
                <a:srgbClr val="1F2937"/>
              </a:solidFill>
            </a:rPr>
            <a:t>: size 500, overlap 50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Why: Smaller chunks improve retrieval precision; overlap protects context across boundaries.</a:t>
          </a:r>
          <a:endParaRPr lang="en-IN" sz="1100" kern="1200" dirty="0"/>
        </a:p>
      </dsp:txBody>
      <dsp:txXfrm>
        <a:off x="4064942" y="1805567"/>
        <a:ext cx="1654067" cy="1727342"/>
      </dsp:txXfrm>
    </dsp:sp>
    <dsp:sp modelId="{0A48491E-56C5-4D1E-9FE8-CE45866F65F4}">
      <dsp:nvSpPr>
        <dsp:cNvPr id="0" name=""/>
        <dsp:cNvSpPr/>
      </dsp:nvSpPr>
      <dsp:spPr>
        <a:xfrm>
          <a:off x="4623133" y="816146"/>
          <a:ext cx="537687" cy="5376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5" tIns="20865" rIns="20865" bIns="20865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400" kern="1200"/>
            <a:t>3</a:t>
          </a:r>
          <a:endParaRPr sz="2400" kern="1200" dirty="0"/>
        </a:p>
      </dsp:txBody>
      <dsp:txXfrm>
        <a:off x="4701875" y="894888"/>
        <a:ext cx="380203" cy="380203"/>
      </dsp:txXfrm>
    </dsp:sp>
    <dsp:sp modelId="{27006950-6D3C-41CB-8F5F-810F11EADC31}">
      <dsp:nvSpPr>
        <dsp:cNvPr id="0" name=""/>
        <dsp:cNvSpPr/>
      </dsp:nvSpPr>
      <dsp:spPr>
        <a:xfrm>
          <a:off x="4891940" y="1425827"/>
          <a:ext cx="72" cy="3282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1F0580-9D51-47C4-8C23-5AF48868A96D}">
      <dsp:nvSpPr>
        <dsp:cNvPr id="0" name=""/>
        <dsp:cNvSpPr/>
      </dsp:nvSpPr>
      <dsp:spPr>
        <a:xfrm>
          <a:off x="4013482" y="1754107"/>
          <a:ext cx="1756987" cy="1830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91" tIns="165100" rIns="30991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0B1F3A"/>
              </a:solidFill>
            </a:rPr>
            <a:t>Chunking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solidFill>
                <a:srgbClr val="1F2937"/>
              </a:solidFill>
            </a:rPr>
            <a:t>RecursiveCharacterTextSplitter</a:t>
          </a:r>
          <a:r>
            <a:rPr lang="en-US" sz="1100" kern="1200" dirty="0">
              <a:solidFill>
                <a:srgbClr val="1F2937"/>
              </a:solidFill>
            </a:rPr>
            <a:t>: size 500, overlap 50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Why: Smaller chunks improve retrieval precision; overlap protects context across boundaries.</a:t>
          </a:r>
          <a:endParaRPr lang="en-IN" sz="1100" kern="1200" dirty="0"/>
        </a:p>
      </dsp:txBody>
      <dsp:txXfrm>
        <a:off x="4064942" y="1805567"/>
        <a:ext cx="1654067" cy="1727342"/>
      </dsp:txXfrm>
    </dsp:sp>
    <dsp:sp modelId="{10784161-DFB6-428E-ADB6-B945DA8C31AE}">
      <dsp:nvSpPr>
        <dsp:cNvPr id="0" name=""/>
        <dsp:cNvSpPr/>
      </dsp:nvSpPr>
      <dsp:spPr>
        <a:xfrm>
          <a:off x="5868081" y="1084944"/>
          <a:ext cx="1756987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1F2688-9D7B-4DEB-B956-DF278546DAEB}">
      <dsp:nvSpPr>
        <dsp:cNvPr id="0" name=""/>
        <dsp:cNvSpPr/>
      </dsp:nvSpPr>
      <dsp:spPr>
        <a:xfrm>
          <a:off x="7566502" y="1005252"/>
          <a:ext cx="89801" cy="168829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1" tIns="165100" rIns="30991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0B1F3A"/>
              </a:solidFill>
            </a:rPr>
            <a:t>Embedding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all-MiniLM-L6-v2, 384 dimensions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Why: Fast local embeddings reduce latency/cost and avoid external embedding dependency.</a:t>
          </a:r>
          <a:endParaRPr lang="en-IN" sz="1100" kern="1200" dirty="0"/>
        </a:p>
      </dsp:txBody>
      <dsp:txXfrm>
        <a:off x="6017151" y="1805567"/>
        <a:ext cx="1654067" cy="1727342"/>
      </dsp:txXfrm>
    </dsp:sp>
    <dsp:sp modelId="{3497BAAB-5C29-412B-A28F-364E30760807}">
      <dsp:nvSpPr>
        <dsp:cNvPr id="0" name=""/>
        <dsp:cNvSpPr/>
      </dsp:nvSpPr>
      <dsp:spPr>
        <a:xfrm>
          <a:off x="6575341" y="816137"/>
          <a:ext cx="537687" cy="5376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5" tIns="20865" rIns="20865" bIns="20865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4</a:t>
          </a:r>
        </a:p>
      </dsp:txBody>
      <dsp:txXfrm>
        <a:off x="6654083" y="894879"/>
        <a:ext cx="380203" cy="380203"/>
      </dsp:txXfrm>
    </dsp:sp>
    <dsp:sp modelId="{FE0CD279-0F75-4C01-8201-B860C5D86B1D}">
      <dsp:nvSpPr>
        <dsp:cNvPr id="0" name=""/>
        <dsp:cNvSpPr/>
      </dsp:nvSpPr>
      <dsp:spPr>
        <a:xfrm>
          <a:off x="6844149" y="1425821"/>
          <a:ext cx="72" cy="3282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917F94-C006-4EF8-8E2E-8880458AFDD9}">
      <dsp:nvSpPr>
        <dsp:cNvPr id="0" name=""/>
        <dsp:cNvSpPr/>
      </dsp:nvSpPr>
      <dsp:spPr>
        <a:xfrm>
          <a:off x="5965691" y="1754107"/>
          <a:ext cx="1756987" cy="1830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91" tIns="165100" rIns="30991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0B1F3A"/>
              </a:solidFill>
            </a:rPr>
            <a:t>Embedding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all-MiniLM-L6-v2, 384 dimensions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Why: Fast local embeddings reduce latency/cost and avoid external embedding dependency.</a:t>
          </a:r>
          <a:endParaRPr lang="en-IN" sz="1100" kern="1200" dirty="0"/>
        </a:p>
      </dsp:txBody>
      <dsp:txXfrm>
        <a:off x="6017151" y="1805567"/>
        <a:ext cx="1654067" cy="1727342"/>
      </dsp:txXfrm>
    </dsp:sp>
    <dsp:sp modelId="{50EC184D-CBC3-4BA0-9AD9-7DD7DC3B75E5}">
      <dsp:nvSpPr>
        <dsp:cNvPr id="0" name=""/>
        <dsp:cNvSpPr/>
      </dsp:nvSpPr>
      <dsp:spPr>
        <a:xfrm>
          <a:off x="7820289" y="1084940"/>
          <a:ext cx="1756987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4C524-864B-4F9E-A33A-DB6777AA8CFE}">
      <dsp:nvSpPr>
        <dsp:cNvPr id="0" name=""/>
        <dsp:cNvSpPr/>
      </dsp:nvSpPr>
      <dsp:spPr>
        <a:xfrm>
          <a:off x="9518710" y="1005248"/>
          <a:ext cx="89801" cy="168833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1" tIns="165100" rIns="30991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0B1F3A"/>
              </a:solidFill>
            </a:rPr>
            <a:t>Vector Search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FAISS IndexFlatL2 with </a:t>
          </a:r>
          <a:r>
            <a:rPr lang="en-US" sz="1100" kern="1200" dirty="0" err="1">
              <a:solidFill>
                <a:srgbClr val="1F2937"/>
              </a:solidFill>
            </a:rPr>
            <a:t>chunks.pkl</a:t>
          </a:r>
          <a:r>
            <a:rPr lang="en-US" sz="1100" kern="1200" dirty="0">
              <a:solidFill>
                <a:srgbClr val="1F2937"/>
              </a:solidFill>
            </a:rPr>
            <a:t> persistence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Why: Simple exact L2 search with deterministic local storage; ideal for controlled deployments.</a:t>
          </a:r>
          <a:endParaRPr lang="en-IN" sz="1100" kern="1200" dirty="0"/>
        </a:p>
      </dsp:txBody>
      <dsp:txXfrm>
        <a:off x="7969359" y="1805567"/>
        <a:ext cx="1654067" cy="1727342"/>
      </dsp:txXfrm>
    </dsp:sp>
    <dsp:sp modelId="{8FD0C431-C39D-496D-90FE-15ACA23C8D72}">
      <dsp:nvSpPr>
        <dsp:cNvPr id="0" name=""/>
        <dsp:cNvSpPr/>
      </dsp:nvSpPr>
      <dsp:spPr>
        <a:xfrm>
          <a:off x="8527550" y="816132"/>
          <a:ext cx="537687" cy="5376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5" tIns="20865" rIns="20865" bIns="20865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5</a:t>
          </a:r>
        </a:p>
      </dsp:txBody>
      <dsp:txXfrm>
        <a:off x="8606292" y="894874"/>
        <a:ext cx="380203" cy="380203"/>
      </dsp:txXfrm>
    </dsp:sp>
    <dsp:sp modelId="{B9B19C1E-817B-4E80-872F-97500F55E64B}">
      <dsp:nvSpPr>
        <dsp:cNvPr id="0" name=""/>
        <dsp:cNvSpPr/>
      </dsp:nvSpPr>
      <dsp:spPr>
        <a:xfrm>
          <a:off x="8796357" y="1425818"/>
          <a:ext cx="72" cy="32828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37F04E-88D8-406D-9A8E-4C964981430C}">
      <dsp:nvSpPr>
        <dsp:cNvPr id="0" name=""/>
        <dsp:cNvSpPr/>
      </dsp:nvSpPr>
      <dsp:spPr>
        <a:xfrm>
          <a:off x="7917899" y="1754107"/>
          <a:ext cx="1756987" cy="1830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91" tIns="165100" rIns="30991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0B1F3A"/>
              </a:solidFill>
            </a:rPr>
            <a:t>Vector Search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FAISS IndexFlatL2 with </a:t>
          </a:r>
          <a:r>
            <a:rPr lang="en-US" sz="1100" kern="1200" dirty="0" err="1">
              <a:solidFill>
                <a:srgbClr val="1F2937"/>
              </a:solidFill>
            </a:rPr>
            <a:t>chunks.pkl</a:t>
          </a:r>
          <a:r>
            <a:rPr lang="en-US" sz="1100" kern="1200" dirty="0">
              <a:solidFill>
                <a:srgbClr val="1F2937"/>
              </a:solidFill>
            </a:rPr>
            <a:t> persistence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Why: Simple exact L2 search with deterministic local storage; ideal for controlled deployments.</a:t>
          </a:r>
          <a:endParaRPr lang="en-IN" sz="1100" kern="1200" dirty="0"/>
        </a:p>
      </dsp:txBody>
      <dsp:txXfrm>
        <a:off x="7969359" y="1805567"/>
        <a:ext cx="1654067" cy="1727342"/>
      </dsp:txXfrm>
    </dsp:sp>
    <dsp:sp modelId="{2D545A0D-E74B-4F66-9C2D-1898137D6CFD}">
      <dsp:nvSpPr>
        <dsp:cNvPr id="0" name=""/>
        <dsp:cNvSpPr/>
      </dsp:nvSpPr>
      <dsp:spPr>
        <a:xfrm>
          <a:off x="9772498" y="1084938"/>
          <a:ext cx="976104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8229F2-8E8A-474F-B84A-F8206230F298}">
      <dsp:nvSpPr>
        <dsp:cNvPr id="0" name=""/>
        <dsp:cNvSpPr/>
      </dsp:nvSpPr>
      <dsp:spPr>
        <a:xfrm>
          <a:off x="10479758" y="816131"/>
          <a:ext cx="537687" cy="5376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5" tIns="20865" rIns="20865" bIns="20865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6</a:t>
          </a:r>
        </a:p>
      </dsp:txBody>
      <dsp:txXfrm>
        <a:off x="10558500" y="894873"/>
        <a:ext cx="380203" cy="380203"/>
      </dsp:txXfrm>
    </dsp:sp>
    <dsp:sp modelId="{843F1501-0D00-49DA-BAA4-D5A5E88229BA}">
      <dsp:nvSpPr>
        <dsp:cNvPr id="0" name=""/>
        <dsp:cNvSpPr/>
      </dsp:nvSpPr>
      <dsp:spPr>
        <a:xfrm>
          <a:off x="10748566" y="1425817"/>
          <a:ext cx="72" cy="32828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43636E-83DF-474F-8EF6-9A65DA563B0A}">
      <dsp:nvSpPr>
        <dsp:cNvPr id="0" name=""/>
        <dsp:cNvSpPr/>
      </dsp:nvSpPr>
      <dsp:spPr>
        <a:xfrm>
          <a:off x="9870108" y="1754107"/>
          <a:ext cx="1756987" cy="1830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91" tIns="165100" rIns="30991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0B1F3A"/>
              </a:solidFill>
            </a:rPr>
            <a:t>Grounded Answer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Reasoning agent uses retrieved context + sources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F2937"/>
              </a:solidFill>
            </a:rPr>
            <a:t>Why: The LLM answers only with context, reducing hallucination risk and increasing explainability.</a:t>
          </a:r>
          <a:endParaRPr lang="en-IN" sz="1100" kern="1200" dirty="0"/>
        </a:p>
      </dsp:txBody>
      <dsp:txXfrm>
        <a:off x="9921568" y="1805567"/>
        <a:ext cx="1654067" cy="172734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F54D8-2657-4D95-972E-5752D210E400}">
      <dsp:nvSpPr>
        <dsp:cNvPr id="0" name=""/>
        <dsp:cNvSpPr/>
      </dsp:nvSpPr>
      <dsp:spPr>
        <a:xfrm>
          <a:off x="2746762" y="532570"/>
          <a:ext cx="4114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45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941438" y="576080"/>
        <a:ext cx="22102" cy="4420"/>
      </dsp:txXfrm>
    </dsp:sp>
    <dsp:sp modelId="{EB37C4A3-3FCC-4E32-9450-B3E5BE78A929}">
      <dsp:nvSpPr>
        <dsp:cNvPr id="0" name=""/>
        <dsp:cNvSpPr/>
      </dsp:nvSpPr>
      <dsp:spPr>
        <a:xfrm>
          <a:off x="826581" y="1696"/>
          <a:ext cx="1921980" cy="11531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User Question</a:t>
          </a:r>
          <a:endParaRPr lang="en-US" sz="1200" kern="1200" dirty="0">
            <a:solidFill>
              <a:schemeClr val="bg1"/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“Billing / labs / history?”</a:t>
          </a:r>
          <a:endParaRPr lang="en-IN" sz="1200" kern="1200" dirty="0">
            <a:solidFill>
              <a:schemeClr val="bg1"/>
            </a:solidFill>
          </a:endParaRPr>
        </a:p>
      </dsp:txBody>
      <dsp:txXfrm>
        <a:off x="826581" y="1696"/>
        <a:ext cx="1921980" cy="1153188"/>
      </dsp:txXfrm>
    </dsp:sp>
    <dsp:sp modelId="{50BCCE6C-C978-4064-AC09-A0CEB4480633}">
      <dsp:nvSpPr>
        <dsp:cNvPr id="0" name=""/>
        <dsp:cNvSpPr/>
      </dsp:nvSpPr>
      <dsp:spPr>
        <a:xfrm>
          <a:off x="5110798" y="532570"/>
          <a:ext cx="4114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45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305474" y="576080"/>
        <a:ext cx="22102" cy="4420"/>
      </dsp:txXfrm>
    </dsp:sp>
    <dsp:sp modelId="{8F265D11-7509-401C-87BC-17191D7E7FC7}">
      <dsp:nvSpPr>
        <dsp:cNvPr id="0" name=""/>
        <dsp:cNvSpPr/>
      </dsp:nvSpPr>
      <dsp:spPr>
        <a:xfrm>
          <a:off x="3190617" y="1696"/>
          <a:ext cx="1921980" cy="11531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Planner + Router</a:t>
          </a:r>
          <a:endParaRPr lang="en-US" sz="1200" kern="1200" dirty="0">
            <a:solidFill>
              <a:schemeClr val="bg1"/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route = </a:t>
          </a:r>
          <a:r>
            <a:rPr lang="en-US" sz="1200" b="1" kern="1200" dirty="0" err="1">
              <a:solidFill>
                <a:schemeClr val="bg1"/>
              </a:solidFill>
            </a:rPr>
            <a:t>mcp</a:t>
          </a:r>
          <a:endParaRPr lang="en-IN" sz="1200" kern="1200" dirty="0">
            <a:solidFill>
              <a:schemeClr val="bg1"/>
            </a:solidFill>
          </a:endParaRPr>
        </a:p>
      </dsp:txBody>
      <dsp:txXfrm>
        <a:off x="3190617" y="1696"/>
        <a:ext cx="1921980" cy="1153188"/>
      </dsp:txXfrm>
    </dsp:sp>
    <dsp:sp modelId="{4ABF9D59-FE92-4DF7-9FE6-12458C37FFA0}">
      <dsp:nvSpPr>
        <dsp:cNvPr id="0" name=""/>
        <dsp:cNvSpPr/>
      </dsp:nvSpPr>
      <dsp:spPr>
        <a:xfrm>
          <a:off x="7474834" y="532570"/>
          <a:ext cx="4114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45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7669510" y="576080"/>
        <a:ext cx="22102" cy="4420"/>
      </dsp:txXfrm>
    </dsp:sp>
    <dsp:sp modelId="{23A4E4D9-1064-4E41-BB66-B9511A654D51}">
      <dsp:nvSpPr>
        <dsp:cNvPr id="0" name=""/>
        <dsp:cNvSpPr/>
      </dsp:nvSpPr>
      <dsp:spPr>
        <a:xfrm>
          <a:off x="5554653" y="1696"/>
          <a:ext cx="1921980" cy="11531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MCP Agent</a:t>
          </a:r>
          <a:endParaRPr lang="en-US" sz="1200" kern="1200" dirty="0">
            <a:solidFill>
              <a:schemeClr val="bg1"/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Tool selector</a:t>
          </a:r>
          <a:endParaRPr lang="en-IN" sz="1200" kern="1200" dirty="0">
            <a:solidFill>
              <a:schemeClr val="bg1"/>
            </a:solidFill>
          </a:endParaRPr>
        </a:p>
      </dsp:txBody>
      <dsp:txXfrm>
        <a:off x="5554653" y="1696"/>
        <a:ext cx="1921980" cy="1153188"/>
      </dsp:txXfrm>
    </dsp:sp>
    <dsp:sp modelId="{FF5FCD19-0378-485B-BAF7-E693B337B6B7}">
      <dsp:nvSpPr>
        <dsp:cNvPr id="0" name=""/>
        <dsp:cNvSpPr/>
      </dsp:nvSpPr>
      <dsp:spPr>
        <a:xfrm>
          <a:off x="1787572" y="1153084"/>
          <a:ext cx="7092107" cy="411455"/>
        </a:xfrm>
        <a:custGeom>
          <a:avLst/>
          <a:gdLst/>
          <a:ahLst/>
          <a:cxnLst/>
          <a:rect l="0" t="0" r="0" b="0"/>
          <a:pathLst>
            <a:path>
              <a:moveTo>
                <a:pt x="7092107" y="0"/>
              </a:moveTo>
              <a:lnTo>
                <a:pt x="7092107" y="222827"/>
              </a:lnTo>
              <a:lnTo>
                <a:pt x="0" y="222827"/>
              </a:lnTo>
              <a:lnTo>
                <a:pt x="0" y="411455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155979" y="1356602"/>
        <a:ext cx="355293" cy="4420"/>
      </dsp:txXfrm>
    </dsp:sp>
    <dsp:sp modelId="{C1C2CBA5-9244-431F-B3E9-87941A298B90}">
      <dsp:nvSpPr>
        <dsp:cNvPr id="0" name=""/>
        <dsp:cNvSpPr/>
      </dsp:nvSpPr>
      <dsp:spPr>
        <a:xfrm>
          <a:off x="7918689" y="1696"/>
          <a:ext cx="1921980" cy="11531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Hospital Data Tools</a:t>
          </a:r>
          <a:endParaRPr lang="en-US" sz="1200" kern="1200" dirty="0">
            <a:solidFill>
              <a:schemeClr val="bg1"/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patient history | labs | billing</a:t>
          </a:r>
          <a:endParaRPr lang="en-IN" sz="1200" kern="1200" dirty="0">
            <a:solidFill>
              <a:schemeClr val="bg1"/>
            </a:solidFill>
          </a:endParaRPr>
        </a:p>
      </dsp:txBody>
      <dsp:txXfrm>
        <a:off x="7918689" y="1696"/>
        <a:ext cx="1921980" cy="1153188"/>
      </dsp:txXfrm>
    </dsp:sp>
    <dsp:sp modelId="{F8A0D1A1-5B28-46B3-AB03-690A9504B2CC}">
      <dsp:nvSpPr>
        <dsp:cNvPr id="0" name=""/>
        <dsp:cNvSpPr/>
      </dsp:nvSpPr>
      <dsp:spPr>
        <a:xfrm>
          <a:off x="2746762" y="2127814"/>
          <a:ext cx="4114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45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941438" y="2171324"/>
        <a:ext cx="22102" cy="4420"/>
      </dsp:txXfrm>
    </dsp:sp>
    <dsp:sp modelId="{F80BEA26-6947-45F1-9165-54547B3FE31F}">
      <dsp:nvSpPr>
        <dsp:cNvPr id="0" name=""/>
        <dsp:cNvSpPr/>
      </dsp:nvSpPr>
      <dsp:spPr>
        <a:xfrm>
          <a:off x="826581" y="1596940"/>
          <a:ext cx="1921980" cy="11531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Controlled Context</a:t>
          </a:r>
          <a:endParaRPr lang="en-US" sz="1200" kern="1200" dirty="0">
            <a:solidFill>
              <a:schemeClr val="bg1"/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structured response payload</a:t>
          </a:r>
          <a:endParaRPr lang="en-IN" sz="1200" kern="1200" dirty="0">
            <a:solidFill>
              <a:schemeClr val="bg1"/>
            </a:solidFill>
          </a:endParaRPr>
        </a:p>
      </dsp:txBody>
      <dsp:txXfrm>
        <a:off x="826581" y="1596940"/>
        <a:ext cx="1921980" cy="1153188"/>
      </dsp:txXfrm>
    </dsp:sp>
    <dsp:sp modelId="{8C59096D-1039-41B6-85C7-92890DA12C62}">
      <dsp:nvSpPr>
        <dsp:cNvPr id="0" name=""/>
        <dsp:cNvSpPr/>
      </dsp:nvSpPr>
      <dsp:spPr>
        <a:xfrm>
          <a:off x="5110798" y="2127814"/>
          <a:ext cx="4114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45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305474" y="2171324"/>
        <a:ext cx="22102" cy="4420"/>
      </dsp:txXfrm>
    </dsp:sp>
    <dsp:sp modelId="{1FF71D97-0D53-4028-B0A1-DEAA29919252}">
      <dsp:nvSpPr>
        <dsp:cNvPr id="0" name=""/>
        <dsp:cNvSpPr/>
      </dsp:nvSpPr>
      <dsp:spPr>
        <a:xfrm>
          <a:off x="3190617" y="1596940"/>
          <a:ext cx="1921980" cy="11531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Reasoning Agent</a:t>
          </a:r>
          <a:endParaRPr lang="en-IN" sz="1200" kern="1200" dirty="0">
            <a:solidFill>
              <a:schemeClr val="bg1"/>
            </a:solidFill>
          </a:endParaRPr>
        </a:p>
      </dsp:txBody>
      <dsp:txXfrm>
        <a:off x="3190617" y="1596940"/>
        <a:ext cx="1921980" cy="1153188"/>
      </dsp:txXfrm>
    </dsp:sp>
    <dsp:sp modelId="{243ED205-0A4E-4F14-AB60-D6A7C7EC70B6}">
      <dsp:nvSpPr>
        <dsp:cNvPr id="0" name=""/>
        <dsp:cNvSpPr/>
      </dsp:nvSpPr>
      <dsp:spPr>
        <a:xfrm>
          <a:off x="5554653" y="1596940"/>
          <a:ext cx="1921980" cy="11531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final safe answer</a:t>
          </a:r>
          <a:endParaRPr lang="en-US" sz="1200" kern="1200" dirty="0">
            <a:solidFill>
              <a:schemeClr val="bg1"/>
            </a:solidFill>
          </a:endParaRPr>
        </a:p>
      </dsp:txBody>
      <dsp:txXfrm>
        <a:off x="5554653" y="1596940"/>
        <a:ext cx="1921980" cy="115318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AB3A19-DDA0-40DF-B540-73C142381AF3}">
      <dsp:nvSpPr>
        <dsp:cNvPr id="0" name=""/>
        <dsp:cNvSpPr/>
      </dsp:nvSpPr>
      <dsp:spPr>
        <a:xfrm rot="10800000">
          <a:off x="2163843" y="1858"/>
          <a:ext cx="8006334" cy="5888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66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Planner Agent- Validate scope, safety and route candidate</a:t>
          </a:r>
          <a:endParaRPr lang="en-IN" sz="1800" kern="1200" dirty="0">
            <a:solidFill>
              <a:schemeClr val="bg1"/>
            </a:solidFill>
          </a:endParaRPr>
        </a:p>
      </dsp:txBody>
      <dsp:txXfrm rot="10800000">
        <a:off x="2311053" y="1858"/>
        <a:ext cx="7859124" cy="588841"/>
      </dsp:txXfrm>
    </dsp:sp>
    <dsp:sp modelId="{D14C524F-E4F5-42A9-92CF-47A4E55AA312}">
      <dsp:nvSpPr>
        <dsp:cNvPr id="0" name=""/>
        <dsp:cNvSpPr/>
      </dsp:nvSpPr>
      <dsp:spPr>
        <a:xfrm>
          <a:off x="1869422" y="1858"/>
          <a:ext cx="588841" cy="58884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40214-9F93-4CC6-A5AC-2B5E8872D511}">
      <dsp:nvSpPr>
        <dsp:cNvPr id="0" name=""/>
        <dsp:cNvSpPr/>
      </dsp:nvSpPr>
      <dsp:spPr>
        <a:xfrm rot="10800000">
          <a:off x="2163843" y="766472"/>
          <a:ext cx="8006334" cy="5888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66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Router- Select rag, </a:t>
          </a:r>
          <a:r>
            <a:rPr lang="en-US" sz="1800" b="1" kern="1200" dirty="0" err="1">
              <a:solidFill>
                <a:schemeClr val="bg1"/>
              </a:solidFill>
            </a:rPr>
            <a:t>mcp</a:t>
          </a:r>
          <a:r>
            <a:rPr lang="en-US" sz="1800" b="1" kern="1200" dirty="0">
              <a:solidFill>
                <a:schemeClr val="bg1"/>
              </a:solidFill>
            </a:rPr>
            <a:t> or blocked</a:t>
          </a:r>
          <a:endParaRPr lang="en-IN" sz="1800" kern="1200" dirty="0">
            <a:solidFill>
              <a:schemeClr val="bg1"/>
            </a:solidFill>
          </a:endParaRPr>
        </a:p>
      </dsp:txBody>
      <dsp:txXfrm rot="10800000">
        <a:off x="2311053" y="766472"/>
        <a:ext cx="7859124" cy="588841"/>
      </dsp:txXfrm>
    </dsp:sp>
    <dsp:sp modelId="{8561EA3A-4C0D-41D6-8670-4A253115C42A}">
      <dsp:nvSpPr>
        <dsp:cNvPr id="0" name=""/>
        <dsp:cNvSpPr/>
      </dsp:nvSpPr>
      <dsp:spPr>
        <a:xfrm>
          <a:off x="1869422" y="766472"/>
          <a:ext cx="588841" cy="588841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B731FE-FDE3-4706-8B37-38409677F5F3}">
      <dsp:nvSpPr>
        <dsp:cNvPr id="0" name=""/>
        <dsp:cNvSpPr/>
      </dsp:nvSpPr>
      <dsp:spPr>
        <a:xfrm rot="10800000">
          <a:off x="2163843" y="1531087"/>
          <a:ext cx="8006334" cy="5888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66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Retriever Agent- Embed question and search FAISS</a:t>
          </a:r>
          <a:endParaRPr lang="en-IN" sz="1800" kern="1200" dirty="0">
            <a:solidFill>
              <a:schemeClr val="bg1"/>
            </a:solidFill>
          </a:endParaRPr>
        </a:p>
      </dsp:txBody>
      <dsp:txXfrm rot="10800000">
        <a:off x="2311053" y="1531087"/>
        <a:ext cx="7859124" cy="588841"/>
      </dsp:txXfrm>
    </dsp:sp>
    <dsp:sp modelId="{EB663E02-AF08-4BC6-B2DF-2937833CE2C2}">
      <dsp:nvSpPr>
        <dsp:cNvPr id="0" name=""/>
        <dsp:cNvSpPr/>
      </dsp:nvSpPr>
      <dsp:spPr>
        <a:xfrm>
          <a:off x="1869422" y="1531087"/>
          <a:ext cx="588841" cy="588841"/>
        </a:xfrm>
        <a:prstGeom prst="ellipse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B5A9A0-F8A9-457D-AC50-85F3EA087EBF}">
      <dsp:nvSpPr>
        <dsp:cNvPr id="0" name=""/>
        <dsp:cNvSpPr/>
      </dsp:nvSpPr>
      <dsp:spPr>
        <a:xfrm rot="10800000">
          <a:off x="2163843" y="2295701"/>
          <a:ext cx="8006334" cy="5888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66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MCP Agent - Fetch operational hospital context</a:t>
          </a:r>
          <a:endParaRPr lang="en-IN" sz="1800" kern="1200" dirty="0">
            <a:solidFill>
              <a:schemeClr val="bg1"/>
            </a:solidFill>
          </a:endParaRPr>
        </a:p>
      </dsp:txBody>
      <dsp:txXfrm rot="10800000">
        <a:off x="2311053" y="2295701"/>
        <a:ext cx="7859124" cy="588841"/>
      </dsp:txXfrm>
    </dsp:sp>
    <dsp:sp modelId="{EE011BA1-165C-46F5-B747-04490F59F284}">
      <dsp:nvSpPr>
        <dsp:cNvPr id="0" name=""/>
        <dsp:cNvSpPr/>
      </dsp:nvSpPr>
      <dsp:spPr>
        <a:xfrm>
          <a:off x="1869422" y="2295701"/>
          <a:ext cx="588841" cy="588841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E24D5B-A8F6-44F2-83C7-233758AACABB}">
      <dsp:nvSpPr>
        <dsp:cNvPr id="0" name=""/>
        <dsp:cNvSpPr/>
      </dsp:nvSpPr>
      <dsp:spPr>
        <a:xfrm rot="10800000">
          <a:off x="2163843" y="3060316"/>
          <a:ext cx="8006334" cy="5888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66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Reasoning Agent - Generate safe answer with sources</a:t>
          </a:r>
          <a:endParaRPr lang="en-IN" sz="1800" kern="1200" dirty="0">
            <a:solidFill>
              <a:schemeClr val="bg1"/>
            </a:solidFill>
          </a:endParaRPr>
        </a:p>
      </dsp:txBody>
      <dsp:txXfrm rot="10800000">
        <a:off x="2311053" y="3060316"/>
        <a:ext cx="7859124" cy="588841"/>
      </dsp:txXfrm>
    </dsp:sp>
    <dsp:sp modelId="{5F6A7221-3916-441F-B348-83D6455C54CF}">
      <dsp:nvSpPr>
        <dsp:cNvPr id="0" name=""/>
        <dsp:cNvSpPr/>
      </dsp:nvSpPr>
      <dsp:spPr>
        <a:xfrm>
          <a:off x="1869422" y="3060316"/>
          <a:ext cx="588841" cy="588841"/>
        </a:xfrm>
        <a:prstGeom prst="ellipse">
          <a:avLst/>
        </a:prstGeom>
        <a:blipFill dpi="0" rotWithShape="1"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532D60-AD1A-4CAC-9673-2707B1DC7D70}">
      <dsp:nvSpPr>
        <dsp:cNvPr id="0" name=""/>
        <dsp:cNvSpPr/>
      </dsp:nvSpPr>
      <dsp:spPr>
        <a:xfrm rot="10800000">
          <a:off x="2163843" y="3824931"/>
          <a:ext cx="8006334" cy="5888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66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Evaluation Agent - Score answer against context</a:t>
          </a:r>
          <a:endParaRPr lang="en-IN" sz="1800" kern="1200" dirty="0">
            <a:solidFill>
              <a:schemeClr val="bg1"/>
            </a:solidFill>
          </a:endParaRPr>
        </a:p>
      </dsp:txBody>
      <dsp:txXfrm rot="10800000">
        <a:off x="2311053" y="3824931"/>
        <a:ext cx="7859124" cy="588841"/>
      </dsp:txXfrm>
    </dsp:sp>
    <dsp:sp modelId="{6813D47D-2E4E-46BB-86AD-98F8BCE35CF4}">
      <dsp:nvSpPr>
        <dsp:cNvPr id="0" name=""/>
        <dsp:cNvSpPr/>
      </dsp:nvSpPr>
      <dsp:spPr>
        <a:xfrm>
          <a:off x="1869422" y="3824931"/>
          <a:ext cx="588841" cy="588841"/>
        </a:xfrm>
        <a:prstGeom prst="ellipse">
          <a:avLst/>
        </a:prstGeom>
        <a:blipFill>
          <a:blip xmlns:r="http://schemas.openxmlformats.org/officeDocument/2006/relationships" r:embed="rId8"/>
          <a:srcRect/>
          <a:stretch>
            <a:fillRect t="-12000" b="-1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8F2335-65B2-4BBE-9B9F-65FF7B6B4FA1}">
      <dsp:nvSpPr>
        <dsp:cNvPr id="0" name=""/>
        <dsp:cNvSpPr/>
      </dsp:nvSpPr>
      <dsp:spPr>
        <a:xfrm rot="10800000">
          <a:off x="2163843" y="4589545"/>
          <a:ext cx="8006334" cy="5888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66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Logger + Dashboard Track route, tokens and quality</a:t>
          </a:r>
          <a:endParaRPr lang="en-IN" sz="1800" kern="1200" dirty="0">
            <a:solidFill>
              <a:schemeClr val="bg1"/>
            </a:solidFill>
          </a:endParaRPr>
        </a:p>
      </dsp:txBody>
      <dsp:txXfrm rot="10800000">
        <a:off x="2311053" y="4589545"/>
        <a:ext cx="7859124" cy="588841"/>
      </dsp:txXfrm>
    </dsp:sp>
    <dsp:sp modelId="{B6299458-6BCB-4907-9659-B6CC30A03D9C}">
      <dsp:nvSpPr>
        <dsp:cNvPr id="0" name=""/>
        <dsp:cNvSpPr/>
      </dsp:nvSpPr>
      <dsp:spPr>
        <a:xfrm>
          <a:off x="1869422" y="4589545"/>
          <a:ext cx="588841" cy="588841"/>
        </a:xfrm>
        <a:prstGeom prst="ellipse">
          <a:avLst/>
        </a:prstGeom>
        <a:blipFill>
          <a:blip xmlns:r="http://schemas.openxmlformats.org/officeDocument/2006/relationships" r:embed="rId9"/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3931C3-1646-4477-AAAB-071ABBC85637}">
      <dsp:nvSpPr>
        <dsp:cNvPr id="0" name=""/>
        <dsp:cNvSpPr/>
      </dsp:nvSpPr>
      <dsp:spPr>
        <a:xfrm rot="18000000">
          <a:off x="3589" y="3231795"/>
          <a:ext cx="1965870" cy="1277816"/>
        </a:xfrm>
        <a:prstGeom prst="round2Same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17780" rIns="5334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Relevance</a:t>
          </a:r>
          <a:endParaRPr lang="en-US" sz="1400" kern="120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Does the answer address the question directly?</a:t>
          </a:r>
          <a:endParaRPr lang="en-IN" sz="1400" kern="1200" dirty="0"/>
        </a:p>
      </dsp:txBody>
      <dsp:txXfrm>
        <a:off x="92977" y="3278579"/>
        <a:ext cx="1841114" cy="1215438"/>
      </dsp:txXfrm>
    </dsp:sp>
    <dsp:sp modelId="{78846E52-D32B-45F7-B628-B3D419B8386C}">
      <dsp:nvSpPr>
        <dsp:cNvPr id="0" name=""/>
        <dsp:cNvSpPr/>
      </dsp:nvSpPr>
      <dsp:spPr>
        <a:xfrm rot="19440000">
          <a:off x="1628861" y="1426748"/>
          <a:ext cx="1965870" cy="1277816"/>
        </a:xfrm>
        <a:prstGeom prst="round2Same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17780" rIns="5334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Completeness</a:t>
          </a:r>
          <a:endParaRPr lang="en-US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Does it cover important information available in the context?</a:t>
          </a:r>
          <a:endParaRPr lang="en-IN" sz="1400" kern="1200" dirty="0"/>
        </a:p>
      </dsp:txBody>
      <dsp:txXfrm>
        <a:off x="1709571" y="1483169"/>
        <a:ext cx="1841114" cy="1215438"/>
      </dsp:txXfrm>
    </dsp:sp>
    <dsp:sp modelId="{0AE21607-B752-4B55-8F93-A6F5D85B4E84}">
      <dsp:nvSpPr>
        <dsp:cNvPr id="0" name=""/>
        <dsp:cNvSpPr/>
      </dsp:nvSpPr>
      <dsp:spPr>
        <a:xfrm rot="20880000">
          <a:off x="3847799" y="438813"/>
          <a:ext cx="1965870" cy="1277816"/>
        </a:xfrm>
        <a:prstGeom prst="round2Same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17780" rIns="5334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Hallucination Rate</a:t>
          </a:r>
          <a:endParaRPr lang="en-US" sz="1400" kern="120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Share of unsupported or contradicted claims. Lower is better.</a:t>
          </a:r>
          <a:endParaRPr lang="en-IN" sz="1400" kern="1200" dirty="0"/>
        </a:p>
      </dsp:txBody>
      <dsp:txXfrm>
        <a:off x="3916662" y="500509"/>
        <a:ext cx="1841114" cy="1215438"/>
      </dsp:txXfrm>
    </dsp:sp>
    <dsp:sp modelId="{28EF4BFE-2606-4066-8DA4-075635DDC241}">
      <dsp:nvSpPr>
        <dsp:cNvPr id="0" name=""/>
        <dsp:cNvSpPr/>
      </dsp:nvSpPr>
      <dsp:spPr>
        <a:xfrm rot="720000">
          <a:off x="6276730" y="438813"/>
          <a:ext cx="1965870" cy="1277816"/>
        </a:xfrm>
        <a:prstGeom prst="round2Same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17780" rIns="5334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Grounded ness / Faithfulness</a:t>
          </a:r>
          <a:endParaRPr lang="en-US" sz="1400" kern="120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Are claims supported by retrieved context?</a:t>
          </a:r>
          <a:endParaRPr lang="en-IN" sz="1400" kern="1200" dirty="0"/>
        </a:p>
      </dsp:txBody>
      <dsp:txXfrm>
        <a:off x="6332623" y="500509"/>
        <a:ext cx="1841114" cy="1215438"/>
      </dsp:txXfrm>
    </dsp:sp>
    <dsp:sp modelId="{B0EFF7DA-2271-4D45-A03B-7092A40E37D6}">
      <dsp:nvSpPr>
        <dsp:cNvPr id="0" name=""/>
        <dsp:cNvSpPr/>
      </dsp:nvSpPr>
      <dsp:spPr>
        <a:xfrm rot="2160000">
          <a:off x="8495668" y="1426748"/>
          <a:ext cx="1965870" cy="1277816"/>
        </a:xfrm>
        <a:prstGeom prst="round2Same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17780" rIns="5334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Accuracy</a:t>
          </a:r>
          <a:endParaRPr lang="en-US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Are facts correct relative to document/tool output?</a:t>
          </a:r>
          <a:endParaRPr lang="en-IN" sz="1400" kern="1200" dirty="0"/>
        </a:p>
      </dsp:txBody>
      <dsp:txXfrm>
        <a:off x="8539714" y="1483169"/>
        <a:ext cx="1841114" cy="1215438"/>
      </dsp:txXfrm>
    </dsp:sp>
    <dsp:sp modelId="{418BAA0C-D26D-4CA5-8B1F-76390C7DDDF2}">
      <dsp:nvSpPr>
        <dsp:cNvPr id="0" name=""/>
        <dsp:cNvSpPr/>
      </dsp:nvSpPr>
      <dsp:spPr>
        <a:xfrm rot="3600000">
          <a:off x="10120940" y="3231795"/>
          <a:ext cx="1965870" cy="1277816"/>
        </a:xfrm>
        <a:prstGeom prst="round2Same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17780" rIns="5334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Safety Compliance</a:t>
          </a:r>
          <a:endParaRPr lang="en-US" sz="1400" kern="120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 diagnosis, prescription, dosage change or unsafe medical advice.</a:t>
          </a:r>
          <a:endParaRPr lang="en-IN" sz="1400" kern="1200" dirty="0"/>
        </a:p>
      </dsp:txBody>
      <dsp:txXfrm>
        <a:off x="10156308" y="3278579"/>
        <a:ext cx="1841114" cy="121543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D5130E-A463-4F88-8419-E91383D9FE67}">
      <dsp:nvSpPr>
        <dsp:cNvPr id="0" name=""/>
        <dsp:cNvSpPr/>
      </dsp:nvSpPr>
      <dsp:spPr>
        <a:xfrm>
          <a:off x="1504325" y="0"/>
          <a:ext cx="2066192" cy="20662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bg1"/>
              </a:solidFill>
            </a:rPr>
            <a:t>Input gate</a:t>
          </a:r>
          <a:endParaRPr lang="en-US" sz="1200" kern="1200">
            <a:solidFill>
              <a:schemeClr val="bg1"/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chemeClr val="bg1"/>
              </a:solidFill>
            </a:rPr>
            <a:t>Planner blocks unsafe medical advice and out-of-scope requests before model generation.</a:t>
          </a:r>
          <a:endParaRPr lang="en-IN" sz="1200" kern="1200" dirty="0">
            <a:solidFill>
              <a:schemeClr val="bg1"/>
            </a:solidFill>
          </a:endParaRPr>
        </a:p>
      </dsp:txBody>
      <dsp:txXfrm>
        <a:off x="1806912" y="302592"/>
        <a:ext cx="1461018" cy="1461043"/>
      </dsp:txXfrm>
    </dsp:sp>
    <dsp:sp modelId="{5E17F328-B455-4D3A-B814-DC82A11822D7}">
      <dsp:nvSpPr>
        <dsp:cNvPr id="0" name=""/>
        <dsp:cNvSpPr/>
      </dsp:nvSpPr>
      <dsp:spPr>
        <a:xfrm>
          <a:off x="2562249" y="1520350"/>
          <a:ext cx="2066192" cy="20662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bg1"/>
              </a:solidFill>
            </a:rPr>
            <a:t>Source display</a:t>
          </a:r>
          <a:endParaRPr lang="en-US" sz="1200" kern="1200">
            <a:solidFill>
              <a:schemeClr val="bg1"/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chemeClr val="bg1"/>
              </a:solidFill>
            </a:rPr>
            <a:t>Frontend shows sources so reviewers can verify provenance.</a:t>
          </a:r>
          <a:endParaRPr lang="en-IN" sz="1200" kern="1200" dirty="0">
            <a:solidFill>
              <a:schemeClr val="bg1"/>
            </a:solidFill>
          </a:endParaRPr>
        </a:p>
      </dsp:txBody>
      <dsp:txXfrm>
        <a:off x="2864836" y="1822942"/>
        <a:ext cx="1461018" cy="1461043"/>
      </dsp:txXfrm>
    </dsp:sp>
    <dsp:sp modelId="{E13E460E-500B-4F0F-B100-9ABFBEBEA360}">
      <dsp:nvSpPr>
        <dsp:cNvPr id="0" name=""/>
        <dsp:cNvSpPr/>
      </dsp:nvSpPr>
      <dsp:spPr>
        <a:xfrm>
          <a:off x="3621015" y="0"/>
          <a:ext cx="2066192" cy="20662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bg1"/>
              </a:solidFill>
            </a:rPr>
            <a:t>Context gate</a:t>
          </a:r>
          <a:endParaRPr lang="en-US" sz="1200" kern="1200">
            <a:solidFill>
              <a:schemeClr val="bg1"/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chemeClr val="bg1"/>
              </a:solidFill>
            </a:rPr>
            <a:t>RAG answers only after retrieval; no context returns a safe no-context response.</a:t>
          </a:r>
          <a:endParaRPr lang="en-IN" sz="1200" kern="1200" dirty="0">
            <a:solidFill>
              <a:schemeClr val="bg1"/>
            </a:solidFill>
          </a:endParaRPr>
        </a:p>
      </dsp:txBody>
      <dsp:txXfrm>
        <a:off x="3923602" y="302592"/>
        <a:ext cx="1461018" cy="1461043"/>
      </dsp:txXfrm>
    </dsp:sp>
    <dsp:sp modelId="{BE93E822-66F7-4297-A08F-E30C9F621B53}">
      <dsp:nvSpPr>
        <dsp:cNvPr id="0" name=""/>
        <dsp:cNvSpPr/>
      </dsp:nvSpPr>
      <dsp:spPr>
        <a:xfrm>
          <a:off x="4678939" y="1520350"/>
          <a:ext cx="2066192" cy="20662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bg1"/>
              </a:solidFill>
            </a:rPr>
            <a:t>Evaluation loop</a:t>
          </a:r>
          <a:endParaRPr lang="en-US" sz="1200" kern="1200">
            <a:solidFill>
              <a:schemeClr val="bg1"/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chemeClr val="bg1"/>
              </a:solidFill>
            </a:rPr>
            <a:t>LLM-as-a-Judge scores answer vs context and records average score.</a:t>
          </a:r>
          <a:endParaRPr lang="en-IN" sz="1200" kern="1200" dirty="0">
            <a:solidFill>
              <a:schemeClr val="bg1"/>
            </a:solidFill>
          </a:endParaRPr>
        </a:p>
      </dsp:txBody>
      <dsp:txXfrm>
        <a:off x="4981526" y="1822942"/>
        <a:ext cx="1461018" cy="1461043"/>
      </dsp:txXfrm>
    </dsp:sp>
    <dsp:sp modelId="{B975EE4A-8391-456D-957C-A8F1E931034B}">
      <dsp:nvSpPr>
        <dsp:cNvPr id="0" name=""/>
        <dsp:cNvSpPr/>
      </dsp:nvSpPr>
      <dsp:spPr>
        <a:xfrm>
          <a:off x="5737705" y="0"/>
          <a:ext cx="2066192" cy="20662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bg1"/>
              </a:solidFill>
            </a:rPr>
            <a:t>Prompt guardrails</a:t>
          </a:r>
          <a:endParaRPr lang="en-US" sz="1200" kern="1200">
            <a:solidFill>
              <a:schemeClr val="bg1"/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chemeClr val="bg1"/>
              </a:solidFill>
            </a:rPr>
            <a:t>Reasoning prompt disallows diagnosis, medication changes and unsupported claims.</a:t>
          </a:r>
          <a:endParaRPr lang="en-IN" sz="1200" kern="1200" dirty="0">
            <a:solidFill>
              <a:schemeClr val="bg1"/>
            </a:solidFill>
          </a:endParaRPr>
        </a:p>
      </dsp:txBody>
      <dsp:txXfrm>
        <a:off x="6040292" y="302592"/>
        <a:ext cx="1461018" cy="1461043"/>
      </dsp:txXfrm>
    </dsp:sp>
    <dsp:sp modelId="{00A06002-F775-4C5E-8E68-D06C1DDAE66E}">
      <dsp:nvSpPr>
        <dsp:cNvPr id="0" name=""/>
        <dsp:cNvSpPr/>
      </dsp:nvSpPr>
      <dsp:spPr>
        <a:xfrm>
          <a:off x="6795630" y="1520350"/>
          <a:ext cx="2066192" cy="20662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Operational logs</a:t>
          </a:r>
          <a:endParaRPr lang="en-US" sz="1200" kern="1200" dirty="0">
            <a:solidFill>
              <a:schemeClr val="bg1"/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Token usage, route decisions, blocked questions and evaluation counts are available in dashboard.</a:t>
          </a:r>
          <a:endParaRPr lang="en-IN" sz="1200" kern="1200" dirty="0">
            <a:solidFill>
              <a:schemeClr val="bg1"/>
            </a:solidFill>
          </a:endParaRPr>
        </a:p>
      </dsp:txBody>
      <dsp:txXfrm>
        <a:off x="7098217" y="1822942"/>
        <a:ext cx="1461018" cy="1461043"/>
      </dsp:txXfrm>
    </dsp:sp>
    <dsp:sp modelId="{B751AA4D-1FC7-44DC-B60A-BA1E60F6C8F1}">
      <dsp:nvSpPr>
        <dsp:cNvPr id="0" name=""/>
        <dsp:cNvSpPr/>
      </dsp:nvSpPr>
      <dsp:spPr>
        <a:xfrm>
          <a:off x="7854396" y="0"/>
          <a:ext cx="2066192" cy="20662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Operational logs</a:t>
          </a:r>
          <a:endParaRPr lang="en-US" sz="1200" kern="1200" dirty="0">
            <a:solidFill>
              <a:schemeClr val="bg1"/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Token usage, route decisions, blocked questions and evaluation counts are available in dashboard.</a:t>
          </a:r>
          <a:endParaRPr lang="en-IN" sz="1200" kern="1200" dirty="0">
            <a:solidFill>
              <a:schemeClr val="bg1"/>
            </a:solidFill>
          </a:endParaRPr>
        </a:p>
      </dsp:txBody>
      <dsp:txXfrm>
        <a:off x="8156983" y="302592"/>
        <a:ext cx="1461018" cy="1461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VerticalActionList">
  <dgm:title val=""/>
  <dgm:desc val=""/>
  <dgm:catLst>
    <dgm:cat type="list" pri="82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T"/>
          <dgm:param type="nodeHorzAlign" val="l"/>
        </dgm:alg>
      </dgm:if>
      <dgm:else name="dirRev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alg type="composite"/>
        <dgm:shape xmlns:r="http://schemas.openxmlformats.org/officeDocument/2006/relationships" r:blip="">
          <dgm:adjLst/>
        </dgm:shape>
        <dgm:presOf/>
        <dgm:choose name="compositeDir">
          <dgm:if name="compositeNorm" func="var" arg="dir" op="equ" val="norm">
            <dgm:constrLst>
              <dgm:constr type="l" for="ch" forName="bgOutline" refType="w" fact="0.19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 refType="w" fact="0.2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if>
          <dgm:else name="compositeRev">
            <dgm:constrLst>
              <dgm:constr type="l" for="ch" forName="bgOutline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 refType="w" fact="0.8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else>
        </dgm:choose>
        <dgm:ruleLst/>
        <dgm:layoutNode name="bgOutline" styleLbl="fgAcc1">
          <dgm:alg type="sp"/>
          <dgm:choose name="bgOutlineDir">
            <dgm:if name="bgOutlineNorm" func="var" arg="dir" op="equ" val="norm">
              <dgm:shape xmlns:r="http://schemas.openxmlformats.org/officeDocument/2006/relationships" rot="90" type="round2SameRect" r:blip="">
                <dgm:adjLst>
                  <dgm:adj idx="1" val="0.15"/>
                  <dgm:adj idx="2" val="0"/>
                </dgm:adjLst>
              </dgm:shape>
            </dgm:if>
            <dgm:else name="bgOutlineRev">
              <dgm:shape xmlns:r="http://schemas.openxmlformats.org/officeDocument/2006/relationships" rot="-90" type="round2SameRect" r:blip="">
                <dgm:adjLst>
                  <dgm:adj idx="1" val="0.15"/>
                  <dgm:adj idx="2" val="0"/>
                </dgm:adjLst>
              </dgm:shape>
            </dgm:else>
          </dgm:choose>
          <dgm:presOf axis="self"/>
          <dgm:constrLst/>
          <dgm:ruleLst/>
        </dgm:layoutNode>
        <dgm:layoutNode name="parentText" styleLbl="alignNode1">
          <dgm:varLst>
            <dgm:chMax val="1"/>
            <dgm:bulletEnabled/>
          </dgm:varLst>
          <dgm:alg type="tx">
            <dgm:param type="parTxLTRAlign" val="l"/>
            <dgm:param type="parTxRTLAlign" val="r"/>
          </dgm:alg>
          <dgm:choose name="parentShapeDir">
            <dgm:if name="parentShapeNorm" func="var" arg="dir" op="equ" val="norm">
              <dgm:shape xmlns:r="http://schemas.openxmlformats.org/officeDocument/2006/relationships" rot="-90" type="round2SameRect" r:blip="" zOrderOff="3">
                <dgm:adjLst>
                  <dgm:adj idx="1" val="0.1"/>
                </dgm:adjLst>
              </dgm:shape>
            </dgm:if>
            <dgm:else name="parentShapeRev">
              <dgm:shape xmlns:r="http://schemas.openxmlformats.org/officeDocument/2006/relationships" rot="90" type="round2SameRect" r:blip="" zOrderOff="3">
                <dgm:adjLst>
                  <dgm:adj idx="1" val="0.1"/>
                </dgm:adjLst>
              </dgm:shape>
            </dgm:else>
          </dgm:choos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8" fact="NaN" max="NaN"/>
          </dgm:ruleLst>
        </dgm:layoutNode>
        <dgm:layoutNode name="descendantText" styleLbl="revTx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" ptType="node"/>
          <dgm:constrLst>
            <dgm:constr type="primFontSz" val="24"/>
            <dgm:constr type="lMarg" refType="w" fact="0.06"/>
            <dgm:constr type="rMarg" refType="w" fact="0.06"/>
            <dgm:constr type="tMarg" refType="h" fact="0.28"/>
            <dgm:constr type="bMarg" refType="h" fact="0.28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layout/IconCircleLabelList">
  <dgm:title val=""/>
  <dgm:desc val=""/>
  <dgm:catLst>
    <dgm:cat type="list" pri="18500"/>
    <dgm:cat type="picture" pri="8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43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node1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solidFgAcc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24/layout/NumberedLinearArrowProcess#1">
  <dgm:title val=""/>
  <dgm:desc val=""/>
  <dgm:catLst>
    <dgm:cat type="process" pri="17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F53A2BF2-DB99-4FB2-8E3F-2AD76580EEF5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87908C70-1DF2-4F2B-8C1B-4DE0B59214B0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878C74B8-ABCA-4D60-B57A-3504984FEC4E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9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1.7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ctrX" for="ch" forName="nodeText" refType="w" fact="0.5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ctrX" for="ch" forName="nodeText" refType="w" fact="0.5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ifMoreThanOneNode">
                  <dgm:choose name="firstNodeDirChoose">
                    <dgm:if name="firstNodeDirNorm" func="var" arg="dir" op="equ" val="norm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55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87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if>
                    <dgm:else name="firstNodeDirRev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1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084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else>
                  </dgm:choose>
                </dgm:else>
              </dgm:choose>
            </dgm:if>
            <dgm:if name="ifLastNode" axis="self" ptType="node" func="revPos" op="equ" val="1">
              <dgm:choose name="lastNodeDirChoose">
                <dgm:if name="last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lastNodeDirRev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l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if>
            <dgm:else name="allOtherNodes">
              <dgm:choose name="middleNodeDirChoose">
                <dgm:if name="middle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87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middleNodeDirRev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l" for="ch" forName="lineNode" refType="w" fact="0.1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084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else>
          </dgm:choose>
          <dgm:layoutNode name="lineNode" styleLbl="align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Node1">
            <dgm:alg type="sp"/>
            <dgm:choose name="arrowDirChoose">
              <dgm:if name="arrowNorm" func="var" arg="dir" op="equ" val="norm">
                <dgm:shape xmlns:r="http://schemas.openxmlformats.org/officeDocument/2006/relationships" type="chevron" r:blip="">
                  <dgm:adjLst>
                    <dgm:adj idx="1" val="0.9"/>
                  </dgm:adjLst>
                </dgm:shape>
              </dgm:if>
              <dgm:else name="arrowRev">
                <dgm:shape xmlns:r="http://schemas.openxmlformats.org/officeDocument/2006/relationships" rot="180" type="chevron" r:blip="">
                  <dgm:adjLst>
                    <dgm:adj idx="1" val="0.9"/>
                  </dgm:adjLst>
                </dgm:shape>
              </dgm:else>
            </dgm:choose>
            <dgm:presOf axis="self" ptType="node"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  <dgm:layoutNode name="verticalConnector" styleLbl="alignAccFollow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</dgm:forEach>
          <dgm:presOf/>
          <dgm:ruleLst/>
        </dgm:layoutNode>
        <dgm:layoutNode name="nodeText" styleLbl="fgAcc1">
          <dgm:varLst>
            <dgm:bulletEnabled val="1"/>
          </dgm:varLst>
          <dgm:alg type="tx">
            <dgm:param type="parTxLTRAlign" val="ctr"/>
            <dgm:param type="parTxRTLAlign" val="r"/>
            <dgm:param type="txAnchorVert" val="t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secFontSz" val="16"/>
            <dgm:constr type="primFontSz" val="18"/>
            <dgm:constr type="h"/>
            <dgm:constr type="tMarg" val="13"/>
            <dgm:constr type="lMarg" refType="w" fact="0.05"/>
            <dgm:constr type="rMarg" refType="w" fact="0.05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diagrams.loki3.com/TabbedArc+Icon">
  <dgm:title val="Tabbed Arc"/>
  <dgm:desc val="Use to show a set of related items arcing over a common area.  Best with small amounts of text."/>
  <dgm:catLst>
    <dgm:cat type="relationship" pri="20500"/>
    <dgm:cat type="officeonline" pri="4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1">
        <dgm:alg type="cycle"/>
      </dgm:if>
      <dgm:else name="Name3">
        <dgm:choose name="Name4">
          <dgm:if name="Name5" axis="ch" ptType="node" func="cnt" op="lte" val="3">
            <dgm:choose name="Name6">
              <dgm:if name="Name7" func="var" arg="dir" op="equ" val="norm">
                <dgm:alg type="cycle">
                  <dgm:param type="stAng" val="-40"/>
                  <dgm:param type="spanAng" val="80"/>
                  <dgm:param type="rotPath" val="alongPath"/>
                </dgm:alg>
              </dgm:if>
              <dgm:else name="Name8">
                <dgm:alg type="cycle">
                  <dgm:param type="stAng" val="40"/>
                  <dgm:param type="spanAng" val="-80"/>
                  <dgm:param type="rotPath" val="alongPath"/>
                </dgm:alg>
              </dgm:else>
            </dgm:choose>
          </dgm:if>
          <dgm:else name="Name9">
            <dgm:choose name="Name10">
              <dgm:if name="Name11" func="var" arg="dir" op="equ" val="norm">
                <dgm:alg type="cycle">
                  <dgm:param type="stAng" val="-60"/>
                  <dgm:param type="spanAng" val="120"/>
                  <dgm:param type="rotPath" val="alongPath"/>
                </dgm:alg>
              </dgm:if>
              <dgm:else name="Name12">
                <dgm:alg type="cycle">
                  <dgm:param type="stAng" val="60"/>
                  <dgm:param type="spanAng" val="-120"/>
                  <dgm:param type="rotPath" val="alongPath"/>
                </dgm:alg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hoose name="Name13">
      <dgm:if name="Name14" axis="ch" ptType="node" func="cnt" op="equ" val="2">
        <dgm:constrLst>
          <dgm:constr type="w" for="ch" ptType="node" refType="w"/>
          <dgm:constr type="primFontSz" for="ch" ptType="node" op="equ" val="65"/>
          <dgm:constr type="sibSp" refType="w" fact="0.22"/>
        </dgm:constrLst>
      </dgm:if>
      <dgm:else name="Name15">
        <dgm:constrLst>
          <dgm:constr type="w" for="ch" ptType="node" refType="w"/>
          <dgm:constr type="primFontSz" for="ch" ptType="node" op="equ" val="65"/>
          <dgm:constr type="sibSp" refType="w" fact="0.14"/>
        </dgm:constrLst>
      </dgm:else>
    </dgm:choose>
    <dgm:ruleLst/>
    <dgm:forEach name="Name16" axis="ch" ptType="node">
      <dgm:choose name="Name17">
        <dgm:if name="Name18" axis="par ch" ptType="doc node" func="cnt" op="equ" val="1">
          <dgm:layoutNode name="one">
            <dgm:varLst>
              <dgm:bulletEnabled val="1"/>
            </dgm:varLst>
            <dgm:alg type="tx"/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9">
          <dgm:layoutNode name="twoplus">
            <dgm:varLst>
              <dgm:bulletEnabled val="1"/>
            </dgm:varLst>
            <dgm:alg type="tx">
              <dgm:param type="autoTxRot" val="grav"/>
            </dgm:alg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231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D06EC-11E1-88D1-6968-7238CC054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59AA5C-5BBC-F844-4ABB-984CDD6DC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29A2C-AF88-B536-1852-9E4A19704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FF64D-27BE-4940-3D1D-A2C5D276B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65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10CC1-4B25-FBB4-F870-A69060805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A003FE-DF4A-C6CD-94C6-818573BD0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4569E9-292E-2436-2191-253ACFF2E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8A24A-45A4-84E5-9061-6A6353C471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63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2E46C-C766-C4B5-2011-C1BD5860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3CF39-9E01-4ED9-078A-63C016DF9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2A715-EE28-5223-E180-C7982B7EA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2DC65-22EE-888B-374B-34A71E0DF7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354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CB20D-CFDA-C8E9-EF29-A551A6E29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CCD3D-FE57-4AFD-F5C4-D01056408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374B2-1148-5663-7B1D-7AA3BB0A4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5C484-B40C-3A0E-9F72-065B53A9F1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01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4EF41-906F-5C4A-7CC5-8C7386CAA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50B98-FE5D-F2A8-8073-77FCF543E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75032-FAB4-483E-7351-5E84179D2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0540E-F06C-0381-AAC5-F65A1F4657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262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MediAssist AI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18288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CFE8FF"/>
                </a:solidFill>
              </a:rPr>
              <a:t>Healthcare Agentic AI Copilot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49808" y="2560320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9F5FF"/>
                </a:solidFill>
              </a:rPr>
              <a:t>Production-grade architecture, RAG, MCP routing, multimodal document intelligence, evaluation, and deployment blueprint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9808" y="3794760"/>
            <a:ext cx="2286000" cy="32004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Enterprise Architecture Review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54680" y="3794760"/>
            <a:ext cx="2057400" cy="320040"/>
          </a:xfrm>
          <a:prstGeom prst="rect">
            <a:avLst/>
          </a:prstGeom>
          <a:solidFill>
            <a:srgbClr val="0E8F8F"/>
          </a:solidFill>
          <a:ln>
            <a:solidFill>
              <a:srgbClr val="0E8F8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Azure-ready Deployment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21808" y="3794760"/>
            <a:ext cx="2560320" cy="320040"/>
          </a:xfrm>
          <a:prstGeom prst="rect">
            <a:avLst/>
          </a:prstGeom>
          <a:solidFill>
            <a:srgbClr val="6D5BD0"/>
          </a:solidFill>
          <a:ln>
            <a:solidFill>
              <a:srgbClr val="6D5BD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LLM-as-a-Judge Evaluation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8096" y="60807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BE1"/>
                </a:solidFill>
              </a:rPr>
              <a:t>Prepared from the project structure and implemented MediAssist flow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7532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1AA"/>
                </a:solidFill>
              </a:rPr>
              <a:t>MediAssist AI | Production Architecture Overview |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1211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 Problem Statement &amp; Solution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A professional healthcare AI assistant designed for controlled, evidence-grounded answers over dynamic documents and hospital data.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7532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1AA"/>
                </a:solidFill>
              </a:rPr>
              <a:t>MediAssist AI | Production Architecture Overview | 2</a:t>
            </a:r>
            <a:endParaRPr lang="en-US" sz="750" dirty="0"/>
          </a:p>
        </p:txBody>
      </p:sp>
      <p:graphicFrame>
        <p:nvGraphicFramePr>
          <p:cNvPr id="14" name="Content Placeholder 5">
            <a:extLst>
              <a:ext uri="{FF2B5EF4-FFF2-40B4-BE49-F238E27FC236}">
                <a16:creationId xmlns:a16="http://schemas.microsoft.com/office/drawing/2014/main" id="{1E6E4646-775D-1332-2944-7ECB1C7A73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1610062"/>
              </p:ext>
            </p:extLst>
          </p:nvPr>
        </p:nvGraphicFramePr>
        <p:xfrm>
          <a:off x="188632" y="1298449"/>
          <a:ext cx="10853180" cy="40782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Assumptions, Scope &amp; Pre-requisites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Clear boundaries make the system credible, testable and safe for professional healthcare use.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5532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</a:rPr>
              <a:t>Why these assumptions matter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579729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They separate retrieval-supported assistance from clinical decision-making and let the system remain production-safe even when the document corpus changes per user.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827532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1AA"/>
                </a:solidFill>
              </a:rPr>
              <a:t>MediAssist AI | Production Architecture Overview | 3</a:t>
            </a:r>
            <a:endParaRPr lang="en-US" sz="750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6197D120-A841-C551-5D9F-3796B790B9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5509366"/>
              </p:ext>
            </p:extLst>
          </p:nvPr>
        </p:nvGraphicFramePr>
        <p:xfrm>
          <a:off x="106985" y="1359747"/>
          <a:ext cx="11149900" cy="3879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 Used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Each layer is chosen for fast iteration, modularity, auditable retrieval and deployment portability.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7532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1AA"/>
                </a:solidFill>
              </a:rPr>
              <a:t>MediAssist AI | Production Architecture Overview | 4</a:t>
            </a:r>
            <a:endParaRPr lang="en-US" sz="750" dirty="0"/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0478A78B-E53E-BBDD-0D2D-99A2C5CF94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9502497"/>
              </p:ext>
            </p:extLst>
          </p:nvPr>
        </p:nvGraphicFramePr>
        <p:xfrm>
          <a:off x="69011" y="1335024"/>
          <a:ext cx="12191695" cy="378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26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Components Used 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Technology choices are optimized for speed, auditability, replaceability and healthcare safety.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7532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1AA"/>
                </a:solidFill>
              </a:rPr>
              <a:t>MediAssist AI | Production Architecture Overview | 7</a:t>
            </a:r>
            <a:endParaRPr lang="en-US" sz="750" dirty="0"/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0202D706-AC08-1033-A948-AFC73B284C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6633709"/>
              </p:ext>
            </p:extLst>
          </p:nvPr>
        </p:nvGraphicFramePr>
        <p:xfrm>
          <a:off x="69011" y="1335024"/>
          <a:ext cx="12191695" cy="378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Architecture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A modular architecture that separates UI, API, ingestion, retrieval, MCP tooling, reasoning, evaluation and analytics.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7532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1AA"/>
                </a:solidFill>
              </a:rPr>
              <a:t>MediAssist AI | Production Architecture Overview | 5</a:t>
            </a:r>
            <a:endParaRPr lang="en-US" sz="750" dirty="0"/>
          </a:p>
        </p:txBody>
      </p:sp>
      <p:sp>
        <p:nvSpPr>
          <p:cNvPr id="28" name="Rounded Rectangle 2">
            <a:extLst>
              <a:ext uri="{FF2B5EF4-FFF2-40B4-BE49-F238E27FC236}">
                <a16:creationId xmlns:a16="http://schemas.microsoft.com/office/drawing/2014/main" id="{601ED6CB-7C1D-DE05-C936-B355565E970B}"/>
              </a:ext>
            </a:extLst>
          </p:cNvPr>
          <p:cNvSpPr/>
          <p:nvPr/>
        </p:nvSpPr>
        <p:spPr>
          <a:xfrm>
            <a:off x="228600" y="1261872"/>
            <a:ext cx="12801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dirty="0"/>
              <a:t>User</a:t>
            </a:r>
          </a:p>
        </p:txBody>
      </p:sp>
      <p:sp>
        <p:nvSpPr>
          <p:cNvPr id="30" name="Chevron 3">
            <a:extLst>
              <a:ext uri="{FF2B5EF4-FFF2-40B4-BE49-F238E27FC236}">
                <a16:creationId xmlns:a16="http://schemas.microsoft.com/office/drawing/2014/main" id="{6ED545EE-BAD4-EEF4-45F4-8DD562D6422F}"/>
              </a:ext>
            </a:extLst>
          </p:cNvPr>
          <p:cNvSpPr/>
          <p:nvPr/>
        </p:nvSpPr>
        <p:spPr>
          <a:xfrm>
            <a:off x="1508760" y="1399032"/>
            <a:ext cx="36576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4">
            <a:extLst>
              <a:ext uri="{FF2B5EF4-FFF2-40B4-BE49-F238E27FC236}">
                <a16:creationId xmlns:a16="http://schemas.microsoft.com/office/drawing/2014/main" id="{F3E4C444-C963-9BB8-32E8-83DF8A69047D}"/>
              </a:ext>
            </a:extLst>
          </p:cNvPr>
          <p:cNvSpPr/>
          <p:nvPr/>
        </p:nvSpPr>
        <p:spPr>
          <a:xfrm>
            <a:off x="1874520" y="1261872"/>
            <a:ext cx="12801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bg1"/>
                </a:solidFill>
              </a:rPr>
              <a:t>Streamlit</a:t>
            </a:r>
            <a:r>
              <a:rPr lang="en-US" sz="1200" b="1" dirty="0">
                <a:solidFill>
                  <a:schemeClr val="bg1"/>
                </a:solidFill>
              </a:rPr>
              <a:t> UI</a:t>
            </a: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Chat + Dashboard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4" name="Chevron 5">
            <a:extLst>
              <a:ext uri="{FF2B5EF4-FFF2-40B4-BE49-F238E27FC236}">
                <a16:creationId xmlns:a16="http://schemas.microsoft.com/office/drawing/2014/main" id="{1C90F213-DB6D-6172-08EC-BE7F22E6CDB7}"/>
              </a:ext>
            </a:extLst>
          </p:cNvPr>
          <p:cNvSpPr/>
          <p:nvPr/>
        </p:nvSpPr>
        <p:spPr>
          <a:xfrm>
            <a:off x="3154680" y="1399032"/>
            <a:ext cx="36576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6">
            <a:extLst>
              <a:ext uri="{FF2B5EF4-FFF2-40B4-BE49-F238E27FC236}">
                <a16:creationId xmlns:a16="http://schemas.microsoft.com/office/drawing/2014/main" id="{D89EDA04-01AD-16A7-DC2F-17CC036A6020}"/>
              </a:ext>
            </a:extLst>
          </p:cNvPr>
          <p:cNvSpPr/>
          <p:nvPr/>
        </p:nvSpPr>
        <p:spPr>
          <a:xfrm>
            <a:off x="3520440" y="1261872"/>
            <a:ext cx="12801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bg1"/>
                </a:solidFill>
              </a:rPr>
              <a:t>FastAPI</a:t>
            </a: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/upload /ask /files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8" name="Chevron 7">
            <a:extLst>
              <a:ext uri="{FF2B5EF4-FFF2-40B4-BE49-F238E27FC236}">
                <a16:creationId xmlns:a16="http://schemas.microsoft.com/office/drawing/2014/main" id="{73DB0337-0808-38CA-28B0-FD51A356EFE8}"/>
              </a:ext>
            </a:extLst>
          </p:cNvPr>
          <p:cNvSpPr/>
          <p:nvPr/>
        </p:nvSpPr>
        <p:spPr>
          <a:xfrm>
            <a:off x="4800600" y="1399032"/>
            <a:ext cx="36576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1E9A51E7-C441-B1B3-72A7-BE5AC0A64248}"/>
              </a:ext>
            </a:extLst>
          </p:cNvPr>
          <p:cNvSpPr/>
          <p:nvPr/>
        </p:nvSpPr>
        <p:spPr>
          <a:xfrm>
            <a:off x="5166360" y="1261872"/>
            <a:ext cx="12801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Graph Controller</a:t>
            </a: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Planner + Router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2" name="Chevron 9">
            <a:extLst>
              <a:ext uri="{FF2B5EF4-FFF2-40B4-BE49-F238E27FC236}">
                <a16:creationId xmlns:a16="http://schemas.microsoft.com/office/drawing/2014/main" id="{99E6E5CC-AEAB-87B3-41AF-422CDAFAB733}"/>
              </a:ext>
            </a:extLst>
          </p:cNvPr>
          <p:cNvSpPr/>
          <p:nvPr/>
        </p:nvSpPr>
        <p:spPr>
          <a:xfrm>
            <a:off x="6446520" y="1399032"/>
            <a:ext cx="36576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10">
            <a:extLst>
              <a:ext uri="{FF2B5EF4-FFF2-40B4-BE49-F238E27FC236}">
                <a16:creationId xmlns:a16="http://schemas.microsoft.com/office/drawing/2014/main" id="{5CE826DE-8ED7-512D-C413-A1294B783FF2}"/>
              </a:ext>
            </a:extLst>
          </p:cNvPr>
          <p:cNvSpPr/>
          <p:nvPr/>
        </p:nvSpPr>
        <p:spPr>
          <a:xfrm>
            <a:off x="6812280" y="1261872"/>
            <a:ext cx="12801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RAG Pipeline</a:t>
            </a: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FAISS retrieval / MCP DB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6" name="Chevron 11">
            <a:extLst>
              <a:ext uri="{FF2B5EF4-FFF2-40B4-BE49-F238E27FC236}">
                <a16:creationId xmlns:a16="http://schemas.microsoft.com/office/drawing/2014/main" id="{D6B634DF-91B4-B45F-F75A-5E2C0B84CF50}"/>
              </a:ext>
            </a:extLst>
          </p:cNvPr>
          <p:cNvSpPr/>
          <p:nvPr/>
        </p:nvSpPr>
        <p:spPr>
          <a:xfrm>
            <a:off x="8092440" y="1399032"/>
            <a:ext cx="36576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6A5B122E-4DE8-A585-BF88-F12DDD55D914}"/>
              </a:ext>
            </a:extLst>
          </p:cNvPr>
          <p:cNvSpPr/>
          <p:nvPr/>
        </p:nvSpPr>
        <p:spPr>
          <a:xfrm>
            <a:off x="8458200" y="1261872"/>
            <a:ext cx="12801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Reasoning Agent</a:t>
            </a: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GPT-OSS-120B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0" name="Chevron 13">
            <a:extLst>
              <a:ext uri="{FF2B5EF4-FFF2-40B4-BE49-F238E27FC236}">
                <a16:creationId xmlns:a16="http://schemas.microsoft.com/office/drawing/2014/main" id="{07C3E91A-0883-D56F-D58D-D26C94A02537}"/>
              </a:ext>
            </a:extLst>
          </p:cNvPr>
          <p:cNvSpPr/>
          <p:nvPr/>
        </p:nvSpPr>
        <p:spPr>
          <a:xfrm>
            <a:off x="9738360" y="1399032"/>
            <a:ext cx="36576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14">
            <a:extLst>
              <a:ext uri="{FF2B5EF4-FFF2-40B4-BE49-F238E27FC236}">
                <a16:creationId xmlns:a16="http://schemas.microsoft.com/office/drawing/2014/main" id="{78725230-30C5-EA32-8563-42117C524C11}"/>
              </a:ext>
            </a:extLst>
          </p:cNvPr>
          <p:cNvSpPr/>
          <p:nvPr/>
        </p:nvSpPr>
        <p:spPr>
          <a:xfrm>
            <a:off x="10104120" y="1261872"/>
            <a:ext cx="1584672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Answer + Sources</a:t>
            </a: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Evaluation + Logs</a:t>
            </a:r>
            <a:endParaRPr lang="en-US" sz="1200" dirty="0">
              <a:solidFill>
                <a:schemeClr val="bg1"/>
              </a:solidFill>
            </a:endParaRPr>
          </a:p>
          <a:p>
            <a:pPr algn="ctr">
              <a:defRPr sz="1400"/>
            </a:pP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C62D4A8-DD17-36D7-2762-DBC8ABE724F0}"/>
              </a:ext>
            </a:extLst>
          </p:cNvPr>
          <p:cNvSpPr txBox="1"/>
          <p:nvPr/>
        </p:nvSpPr>
        <p:spPr>
          <a:xfrm>
            <a:off x="228600" y="2276856"/>
            <a:ext cx="118138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User Interaction</a:t>
            </a:r>
            <a:r>
              <a:rPr lang="en-IN" sz="1200" dirty="0"/>
              <a:t> Users upload medical documents or submit healthcare-related queries through the </a:t>
            </a:r>
            <a:r>
              <a:rPr lang="en-IN" sz="1200" dirty="0" err="1"/>
              <a:t>Streamlit</a:t>
            </a:r>
            <a:r>
              <a:rPr lang="en-IN" sz="1200" dirty="0"/>
              <a:t> web application. </a:t>
            </a:r>
          </a:p>
          <a:p>
            <a:endParaRPr lang="en-IN" sz="1200" dirty="0"/>
          </a:p>
          <a:p>
            <a:r>
              <a:rPr lang="en-IN" sz="1200" b="1" dirty="0"/>
              <a:t>Backend Processing</a:t>
            </a:r>
            <a:r>
              <a:rPr lang="en-IN" sz="1200" dirty="0"/>
              <a:t> </a:t>
            </a:r>
            <a:r>
              <a:rPr lang="en-IN" sz="1200" dirty="0" err="1"/>
              <a:t>FastAPI</a:t>
            </a:r>
            <a:r>
              <a:rPr lang="en-IN" sz="1200" dirty="0"/>
              <a:t> receives the request and forwards it to the Agent Orchestration layer. </a:t>
            </a:r>
          </a:p>
          <a:p>
            <a:endParaRPr lang="en-IN" sz="1200" dirty="0"/>
          </a:p>
          <a:p>
            <a:r>
              <a:rPr lang="en-IN" sz="1200" b="1" dirty="0"/>
              <a:t>Planner &amp; Router</a:t>
            </a:r>
            <a:r>
              <a:rPr lang="en-IN" sz="1200" dirty="0"/>
              <a:t> The Planner validates the query, performs safety checks, and determines whether the request should use the RAG pipeline or retrieve live data through MCP. </a:t>
            </a:r>
          </a:p>
          <a:p>
            <a:endParaRPr lang="en-IN" sz="1200" dirty="0"/>
          </a:p>
          <a:p>
            <a:r>
              <a:rPr lang="en-IN" sz="1200" b="1" dirty="0"/>
              <a:t>Knowledge Retrieval</a:t>
            </a:r>
            <a:r>
              <a:rPr lang="en-IN" sz="1200" dirty="0"/>
              <a:t> Uploaded documents are processed, chunked, converted into vector embeddings, and stored in FAISS. The Retriever performs semantic search to fetch the most relevant context. </a:t>
            </a:r>
          </a:p>
          <a:p>
            <a:endParaRPr lang="en-IN" sz="1200" dirty="0"/>
          </a:p>
          <a:p>
            <a:r>
              <a:rPr lang="en-IN" sz="1200" b="1" dirty="0"/>
              <a:t>Enterprise Data Access (MCP)</a:t>
            </a:r>
            <a:r>
              <a:rPr lang="en-IN" sz="1200" dirty="0"/>
              <a:t> For real-time information such as patient history, laboratory reports, or billing details, the MCP layer securely communicates with enterprise hospital systems. </a:t>
            </a:r>
          </a:p>
          <a:p>
            <a:endParaRPr lang="en-IN" sz="1200" dirty="0"/>
          </a:p>
          <a:p>
            <a:r>
              <a:rPr lang="en-IN" sz="1200" b="1" dirty="0"/>
              <a:t>LLM Reasoning</a:t>
            </a:r>
            <a:r>
              <a:rPr lang="en-IN" sz="1200" dirty="0"/>
              <a:t> GPT-OSS receives the retrieved context together with the user's query and generates a grounded, explainable response instead of relying solely on its pretrained knowledge. </a:t>
            </a:r>
          </a:p>
          <a:p>
            <a:endParaRPr lang="en-IN" sz="1200" dirty="0"/>
          </a:p>
          <a:p>
            <a:r>
              <a:rPr lang="en-IN" sz="1200" b="1" dirty="0"/>
              <a:t>Response Evaluation</a:t>
            </a:r>
            <a:r>
              <a:rPr lang="en-IN" sz="1200" dirty="0"/>
              <a:t> An LLM-as-a-Judge evaluates the generated response using metrics such as relevance, faithfulness, </a:t>
            </a:r>
            <a:r>
              <a:rPr lang="en-IN" sz="1200" dirty="0" err="1"/>
              <a:t>groundedness</a:t>
            </a:r>
            <a:r>
              <a:rPr lang="en-IN" sz="1200" dirty="0"/>
              <a:t>, and completeness. The results are logged for monitoring and continuous quality improvement. </a:t>
            </a:r>
          </a:p>
          <a:p>
            <a:endParaRPr lang="en-IN" sz="1200" dirty="0"/>
          </a:p>
          <a:p>
            <a:r>
              <a:rPr lang="en-IN" sz="1200" b="1" dirty="0"/>
              <a:t>Response Delivery</a:t>
            </a:r>
            <a:r>
              <a:rPr lang="en-IN" sz="1200" dirty="0"/>
              <a:t> The validated answer, along with supporting document sources, is returned to the user through the </a:t>
            </a:r>
            <a:r>
              <a:rPr lang="en-IN" sz="1200" dirty="0" err="1"/>
              <a:t>Streamlit</a:t>
            </a:r>
            <a:r>
              <a:rPr lang="en-IN" sz="1200" dirty="0"/>
              <a:t> interface.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Pipeline: Architecture &amp; Components Used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The RAG design prioritizes transparent answers from user documents over generic model memory.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7532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1AA"/>
                </a:solidFill>
              </a:rPr>
              <a:t>MediAssist AI | Production Architecture Overview | 6</a:t>
            </a:r>
            <a:endParaRPr lang="en-US" sz="750" dirty="0"/>
          </a:p>
        </p:txBody>
      </p:sp>
      <p:sp>
        <p:nvSpPr>
          <p:cNvPr id="14" name="Rounded Rectangle 2">
            <a:extLst>
              <a:ext uri="{FF2B5EF4-FFF2-40B4-BE49-F238E27FC236}">
                <a16:creationId xmlns:a16="http://schemas.microsoft.com/office/drawing/2014/main" id="{50AA5D85-6995-F394-E8D8-41C5C4576348}"/>
              </a:ext>
            </a:extLst>
          </p:cNvPr>
          <p:cNvSpPr/>
          <p:nvPr/>
        </p:nvSpPr>
        <p:spPr>
          <a:xfrm>
            <a:off x="1889760" y="1365906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rPr dirty="0"/>
              <a:t>Query</a:t>
            </a:r>
          </a:p>
        </p:txBody>
      </p:sp>
      <p:sp>
        <p:nvSpPr>
          <p:cNvPr id="15" name="Chevron 3">
            <a:extLst>
              <a:ext uri="{FF2B5EF4-FFF2-40B4-BE49-F238E27FC236}">
                <a16:creationId xmlns:a16="http://schemas.microsoft.com/office/drawing/2014/main" id="{594ADA61-28F5-BBF4-FB28-B10460BFCB23}"/>
              </a:ext>
            </a:extLst>
          </p:cNvPr>
          <p:cNvSpPr/>
          <p:nvPr/>
        </p:nvSpPr>
        <p:spPr>
          <a:xfrm>
            <a:off x="3078480" y="1475634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36F67EBF-5CAA-5ABA-9C3B-77A2FB6CFB75}"/>
              </a:ext>
            </a:extLst>
          </p:cNvPr>
          <p:cNvSpPr/>
          <p:nvPr/>
        </p:nvSpPr>
        <p:spPr>
          <a:xfrm>
            <a:off x="3398520" y="1365906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t>Embedding</a:t>
            </a:r>
          </a:p>
        </p:txBody>
      </p:sp>
      <p:sp>
        <p:nvSpPr>
          <p:cNvPr id="17" name="Chevron 5">
            <a:extLst>
              <a:ext uri="{FF2B5EF4-FFF2-40B4-BE49-F238E27FC236}">
                <a16:creationId xmlns:a16="http://schemas.microsoft.com/office/drawing/2014/main" id="{BC1B9DF1-1F91-1354-A18E-A273EE49E825}"/>
              </a:ext>
            </a:extLst>
          </p:cNvPr>
          <p:cNvSpPr/>
          <p:nvPr/>
        </p:nvSpPr>
        <p:spPr>
          <a:xfrm>
            <a:off x="4587240" y="1503066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AAD1C898-D030-3B40-F908-1D1D9F04BB67}"/>
              </a:ext>
            </a:extLst>
          </p:cNvPr>
          <p:cNvSpPr/>
          <p:nvPr/>
        </p:nvSpPr>
        <p:spPr>
          <a:xfrm>
            <a:off x="4907280" y="1365906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t>Retriever</a:t>
            </a:r>
          </a:p>
        </p:txBody>
      </p:sp>
      <p:sp>
        <p:nvSpPr>
          <p:cNvPr id="19" name="Chevron 7">
            <a:extLst>
              <a:ext uri="{FF2B5EF4-FFF2-40B4-BE49-F238E27FC236}">
                <a16:creationId xmlns:a16="http://schemas.microsoft.com/office/drawing/2014/main" id="{A587350F-1EFE-260B-66BC-26F9603B1D12}"/>
              </a:ext>
            </a:extLst>
          </p:cNvPr>
          <p:cNvSpPr/>
          <p:nvPr/>
        </p:nvSpPr>
        <p:spPr>
          <a:xfrm>
            <a:off x="6096000" y="1475634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233C5C68-D20D-09A4-0FF5-A14B11E7DCC0}"/>
              </a:ext>
            </a:extLst>
          </p:cNvPr>
          <p:cNvSpPr/>
          <p:nvPr/>
        </p:nvSpPr>
        <p:spPr>
          <a:xfrm>
            <a:off x="6416040" y="1365906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t>Vector DB</a:t>
            </a:r>
          </a:p>
        </p:txBody>
      </p:sp>
      <p:sp>
        <p:nvSpPr>
          <p:cNvPr id="21" name="Chevron 9">
            <a:extLst>
              <a:ext uri="{FF2B5EF4-FFF2-40B4-BE49-F238E27FC236}">
                <a16:creationId xmlns:a16="http://schemas.microsoft.com/office/drawing/2014/main" id="{9652D261-CF73-61A9-33D5-CE6CB205D9E9}"/>
              </a:ext>
            </a:extLst>
          </p:cNvPr>
          <p:cNvSpPr/>
          <p:nvPr/>
        </p:nvSpPr>
        <p:spPr>
          <a:xfrm>
            <a:off x="7604760" y="1475634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23E812D0-61AA-F348-9A90-4EBE69C78D92}"/>
              </a:ext>
            </a:extLst>
          </p:cNvPr>
          <p:cNvSpPr/>
          <p:nvPr/>
        </p:nvSpPr>
        <p:spPr>
          <a:xfrm>
            <a:off x="7924800" y="1365906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t>Context</a:t>
            </a:r>
          </a:p>
        </p:txBody>
      </p:sp>
      <p:sp>
        <p:nvSpPr>
          <p:cNvPr id="23" name="Chevron 11">
            <a:extLst>
              <a:ext uri="{FF2B5EF4-FFF2-40B4-BE49-F238E27FC236}">
                <a16:creationId xmlns:a16="http://schemas.microsoft.com/office/drawing/2014/main" id="{0C6AD48B-EA64-86D7-65B9-C101A4A20DAE}"/>
              </a:ext>
            </a:extLst>
          </p:cNvPr>
          <p:cNvSpPr/>
          <p:nvPr/>
        </p:nvSpPr>
        <p:spPr>
          <a:xfrm>
            <a:off x="9113520" y="1475634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D24B4B3B-B402-A883-219F-AE412CB6A666}"/>
              </a:ext>
            </a:extLst>
          </p:cNvPr>
          <p:cNvSpPr/>
          <p:nvPr/>
        </p:nvSpPr>
        <p:spPr>
          <a:xfrm>
            <a:off x="9433560" y="1365906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t>LLM</a:t>
            </a:r>
          </a:p>
        </p:txBody>
      </p:sp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B74A0A86-D9F2-E57E-74EA-7F06BD8D26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9220850"/>
              </p:ext>
            </p:extLst>
          </p:nvPr>
        </p:nvGraphicFramePr>
        <p:xfrm>
          <a:off x="297687" y="2347765"/>
          <a:ext cx="11736162" cy="44005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Architecture Implemented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MCP separates hospital operational queries from document retrieval and makes tool access auditable.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7532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1AA"/>
                </a:solidFill>
              </a:rPr>
              <a:t>MediAssist AI | Production Architecture Overview | 9</a:t>
            </a:r>
            <a:endParaRPr lang="en-US" sz="750" dirty="0"/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7EF13145-EBFC-AA86-BD32-2342F8862A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4092417"/>
              </p:ext>
            </p:extLst>
          </p:nvPr>
        </p:nvGraphicFramePr>
        <p:xfrm>
          <a:off x="521208" y="1242205"/>
          <a:ext cx="10667252" cy="2751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52ED8DC-69E4-8564-B71C-2544163C3CBC}"/>
              </a:ext>
            </a:extLst>
          </p:cNvPr>
          <p:cNvSpPr txBox="1"/>
          <p:nvPr/>
        </p:nvSpPr>
        <p:spPr>
          <a:xfrm>
            <a:off x="521208" y="4516672"/>
            <a:ext cx="109423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B1F3A"/>
                </a:solidFill>
              </a:rPr>
              <a:t>Why MCP is used</a:t>
            </a:r>
          </a:p>
          <a:p>
            <a:endParaRPr lang="en-US" sz="1200" dirty="0"/>
          </a:p>
          <a:p>
            <a:r>
              <a:rPr lang="en-IN" sz="1200" dirty="0"/>
              <a:t>RAG retrieves information from unstructured documents (SOPs, policies, reports), while MCP securely accesses structured hospital data such as patient records, appointments, billing, and lab results. MCP ensures permission-based, reliable, and auditable database access, preventing the LLM from guessing or directly querying sensitive data.</a:t>
            </a:r>
          </a:p>
          <a:p>
            <a:endParaRPr lang="en-US" sz="1200" dirty="0">
              <a:solidFill>
                <a:srgbClr val="1F2937"/>
              </a:solidFill>
            </a:endParaRPr>
          </a:p>
          <a:p>
            <a:r>
              <a:rPr lang="en-US" sz="1200" b="1" dirty="0">
                <a:solidFill>
                  <a:srgbClr val="0B1F3A"/>
                </a:solidFill>
              </a:rPr>
              <a:t>Professional control pattern</a:t>
            </a:r>
          </a:p>
          <a:p>
            <a:endParaRPr lang="en-US" sz="1200" dirty="0"/>
          </a:p>
          <a:p>
            <a:r>
              <a:rPr lang="en-IN" sz="1200" dirty="0"/>
              <a:t>The Router Agent decides when MCP is required. The MCP tool retrieves structured data from the database, and the Reasoning Agent converts it into a safe, user-friendly response. The LLM never accesses the database directly.</a:t>
            </a:r>
            <a:endParaRPr lang="en-US" sz="1200" dirty="0"/>
          </a:p>
          <a:p>
            <a:endParaRPr lang="en-IN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Orchestration 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The graph controller makes routing explicit rather than hiding decisions inside one prompt.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7532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1AA"/>
                </a:solidFill>
              </a:rPr>
              <a:t>MediAssist AI | Production Architecture Overview | 10</a:t>
            </a:r>
            <a:endParaRPr lang="en-US" sz="750" dirty="0"/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E4A25CC5-EF95-AAA4-E0A2-693B560238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8585406"/>
              </p:ext>
            </p:extLst>
          </p:nvPr>
        </p:nvGraphicFramePr>
        <p:xfrm>
          <a:off x="-1" y="1118955"/>
          <a:ext cx="12039601" cy="5180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B4944-2F29-0A3F-560D-F093F719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C88D03-9457-5107-E3BB-BB3DA9B8B9F8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5F3EE2-724E-B90C-9795-CDD95EFECA44}"/>
              </a:ext>
            </a:extLst>
          </p:cNvPr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94017B-329F-8BF7-4DD0-3CCEC45FBAE7}"/>
              </a:ext>
            </a:extLst>
          </p:cNvPr>
          <p:cNvSpPr/>
          <p:nvPr/>
        </p:nvSpPr>
        <p:spPr>
          <a:xfrm>
            <a:off x="502920" y="320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600" b="1"/>
            </a:pPr>
            <a:r>
              <a:rPr lang="en-IN" dirty="0"/>
              <a:t>Document Upload Flow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E4B22E4-3DD6-4FEA-DF1C-6CE4D8C60267}"/>
              </a:ext>
            </a:extLst>
          </p:cNvPr>
          <p:cNvSpPr/>
          <p:nvPr/>
        </p:nvSpPr>
        <p:spPr>
          <a:xfrm>
            <a:off x="827532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1AA"/>
                </a:solidFill>
              </a:rPr>
              <a:t>MediAssist AI | Production Architecture Overview | 6</a:t>
            </a:r>
            <a:endParaRPr lang="en-US" sz="750" dirty="0"/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283CAF2E-FEF2-AA29-762D-CE935EEC5645}"/>
              </a:ext>
            </a:extLst>
          </p:cNvPr>
          <p:cNvSpPr/>
          <p:nvPr/>
        </p:nvSpPr>
        <p:spPr>
          <a:xfrm>
            <a:off x="160595" y="905256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t>Upload</a:t>
            </a:r>
          </a:p>
        </p:txBody>
      </p:sp>
      <p:sp>
        <p:nvSpPr>
          <p:cNvPr id="30" name="Chevron 3">
            <a:extLst>
              <a:ext uri="{FF2B5EF4-FFF2-40B4-BE49-F238E27FC236}">
                <a16:creationId xmlns:a16="http://schemas.microsoft.com/office/drawing/2014/main" id="{D42B189C-46B6-74BE-EDEA-014607AB92D9}"/>
              </a:ext>
            </a:extLst>
          </p:cNvPr>
          <p:cNvSpPr/>
          <p:nvPr/>
        </p:nvSpPr>
        <p:spPr>
          <a:xfrm>
            <a:off x="1349315" y="1014984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1" name="Rounded Rectangle 4">
            <a:extLst>
              <a:ext uri="{FF2B5EF4-FFF2-40B4-BE49-F238E27FC236}">
                <a16:creationId xmlns:a16="http://schemas.microsoft.com/office/drawing/2014/main" id="{8FFB5FDC-DAC0-17D1-5FBA-6A56605485F8}"/>
              </a:ext>
            </a:extLst>
          </p:cNvPr>
          <p:cNvSpPr/>
          <p:nvPr/>
        </p:nvSpPr>
        <p:spPr>
          <a:xfrm>
            <a:off x="1669355" y="905256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t>Loader</a:t>
            </a:r>
          </a:p>
        </p:txBody>
      </p:sp>
      <p:sp>
        <p:nvSpPr>
          <p:cNvPr id="32" name="Chevron 5">
            <a:extLst>
              <a:ext uri="{FF2B5EF4-FFF2-40B4-BE49-F238E27FC236}">
                <a16:creationId xmlns:a16="http://schemas.microsoft.com/office/drawing/2014/main" id="{1458C65D-92D4-C517-C5CC-54598DD00128}"/>
              </a:ext>
            </a:extLst>
          </p:cNvPr>
          <p:cNvSpPr/>
          <p:nvPr/>
        </p:nvSpPr>
        <p:spPr>
          <a:xfrm>
            <a:off x="2858075" y="1014984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3" name="Rounded Rectangle 6">
            <a:extLst>
              <a:ext uri="{FF2B5EF4-FFF2-40B4-BE49-F238E27FC236}">
                <a16:creationId xmlns:a16="http://schemas.microsoft.com/office/drawing/2014/main" id="{F88D3A67-F617-7684-90F3-E4CDC75A8508}"/>
              </a:ext>
            </a:extLst>
          </p:cNvPr>
          <p:cNvSpPr/>
          <p:nvPr/>
        </p:nvSpPr>
        <p:spPr>
          <a:xfrm>
            <a:off x="3178115" y="905256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t>OCR</a:t>
            </a:r>
          </a:p>
        </p:txBody>
      </p:sp>
      <p:sp>
        <p:nvSpPr>
          <p:cNvPr id="34" name="Chevron 7">
            <a:extLst>
              <a:ext uri="{FF2B5EF4-FFF2-40B4-BE49-F238E27FC236}">
                <a16:creationId xmlns:a16="http://schemas.microsoft.com/office/drawing/2014/main" id="{1BE5373F-97CF-2BEE-60BE-156A75A656A6}"/>
              </a:ext>
            </a:extLst>
          </p:cNvPr>
          <p:cNvSpPr/>
          <p:nvPr/>
        </p:nvSpPr>
        <p:spPr>
          <a:xfrm>
            <a:off x="4366835" y="1014984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3BF53885-E17E-25C8-DE34-F1E9EA599768}"/>
              </a:ext>
            </a:extLst>
          </p:cNvPr>
          <p:cNvSpPr/>
          <p:nvPr/>
        </p:nvSpPr>
        <p:spPr>
          <a:xfrm>
            <a:off x="4686875" y="905256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t>Vision</a:t>
            </a:r>
          </a:p>
        </p:txBody>
      </p:sp>
      <p:sp>
        <p:nvSpPr>
          <p:cNvPr id="36" name="Chevron 9">
            <a:extLst>
              <a:ext uri="{FF2B5EF4-FFF2-40B4-BE49-F238E27FC236}">
                <a16:creationId xmlns:a16="http://schemas.microsoft.com/office/drawing/2014/main" id="{34218A7C-C448-20DF-216E-DE91092440CC}"/>
              </a:ext>
            </a:extLst>
          </p:cNvPr>
          <p:cNvSpPr/>
          <p:nvPr/>
        </p:nvSpPr>
        <p:spPr>
          <a:xfrm>
            <a:off x="5875595" y="1014984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7" name="Rounded Rectangle 10">
            <a:extLst>
              <a:ext uri="{FF2B5EF4-FFF2-40B4-BE49-F238E27FC236}">
                <a16:creationId xmlns:a16="http://schemas.microsoft.com/office/drawing/2014/main" id="{745D333F-B84A-20B8-04CC-CEAB4C800C72}"/>
              </a:ext>
            </a:extLst>
          </p:cNvPr>
          <p:cNvSpPr/>
          <p:nvPr/>
        </p:nvSpPr>
        <p:spPr>
          <a:xfrm>
            <a:off x="6195635" y="905256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t>Chunking</a:t>
            </a:r>
          </a:p>
        </p:txBody>
      </p:sp>
      <p:sp>
        <p:nvSpPr>
          <p:cNvPr id="38" name="Chevron 11">
            <a:extLst>
              <a:ext uri="{FF2B5EF4-FFF2-40B4-BE49-F238E27FC236}">
                <a16:creationId xmlns:a16="http://schemas.microsoft.com/office/drawing/2014/main" id="{2DBAB982-BCED-FA83-EF5D-A7D5A14C5239}"/>
              </a:ext>
            </a:extLst>
          </p:cNvPr>
          <p:cNvSpPr/>
          <p:nvPr/>
        </p:nvSpPr>
        <p:spPr>
          <a:xfrm>
            <a:off x="7384355" y="1014984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9" name="Rounded Rectangle 12">
            <a:extLst>
              <a:ext uri="{FF2B5EF4-FFF2-40B4-BE49-F238E27FC236}">
                <a16:creationId xmlns:a16="http://schemas.microsoft.com/office/drawing/2014/main" id="{F6A11468-73C8-FB05-CB35-61255029AAEB}"/>
              </a:ext>
            </a:extLst>
          </p:cNvPr>
          <p:cNvSpPr/>
          <p:nvPr/>
        </p:nvSpPr>
        <p:spPr>
          <a:xfrm>
            <a:off x="7704395" y="905256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t>Embeddings</a:t>
            </a:r>
          </a:p>
        </p:txBody>
      </p:sp>
      <p:sp>
        <p:nvSpPr>
          <p:cNvPr id="40" name="Chevron 13">
            <a:extLst>
              <a:ext uri="{FF2B5EF4-FFF2-40B4-BE49-F238E27FC236}">
                <a16:creationId xmlns:a16="http://schemas.microsoft.com/office/drawing/2014/main" id="{3906203D-E84E-B675-2DD6-662F515D3DE6}"/>
              </a:ext>
            </a:extLst>
          </p:cNvPr>
          <p:cNvSpPr/>
          <p:nvPr/>
        </p:nvSpPr>
        <p:spPr>
          <a:xfrm>
            <a:off x="8893115" y="1014984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1" name="Rounded Rectangle 14">
            <a:extLst>
              <a:ext uri="{FF2B5EF4-FFF2-40B4-BE49-F238E27FC236}">
                <a16:creationId xmlns:a16="http://schemas.microsoft.com/office/drawing/2014/main" id="{9FCAA128-9963-EF12-DB98-FE2D6517E022}"/>
              </a:ext>
            </a:extLst>
          </p:cNvPr>
          <p:cNvSpPr/>
          <p:nvPr/>
        </p:nvSpPr>
        <p:spPr>
          <a:xfrm>
            <a:off x="9213155" y="905256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t>FAISS</a:t>
            </a:r>
          </a:p>
        </p:txBody>
      </p:sp>
      <p:sp>
        <p:nvSpPr>
          <p:cNvPr id="42" name="Chevron 15">
            <a:extLst>
              <a:ext uri="{FF2B5EF4-FFF2-40B4-BE49-F238E27FC236}">
                <a16:creationId xmlns:a16="http://schemas.microsoft.com/office/drawing/2014/main" id="{87707D72-18B6-81BF-096B-5862DB373099}"/>
              </a:ext>
            </a:extLst>
          </p:cNvPr>
          <p:cNvSpPr/>
          <p:nvPr/>
        </p:nvSpPr>
        <p:spPr>
          <a:xfrm>
            <a:off x="10401875" y="1014984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3" name="Rounded Rectangle 16">
            <a:extLst>
              <a:ext uri="{FF2B5EF4-FFF2-40B4-BE49-F238E27FC236}">
                <a16:creationId xmlns:a16="http://schemas.microsoft.com/office/drawing/2014/main" id="{A47465B1-5FA2-276A-A2E5-559E45266EF3}"/>
              </a:ext>
            </a:extLst>
          </p:cNvPr>
          <p:cNvSpPr/>
          <p:nvPr/>
        </p:nvSpPr>
        <p:spPr>
          <a:xfrm>
            <a:off x="10721915" y="905256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t>Ready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EF94D8-E994-31EF-C184-029A283D528E}"/>
              </a:ext>
            </a:extLst>
          </p:cNvPr>
          <p:cNvSpPr txBox="1"/>
          <p:nvPr/>
        </p:nvSpPr>
        <p:spPr>
          <a:xfrm>
            <a:off x="199845" y="2122099"/>
            <a:ext cx="1179230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200" dirty="0"/>
              <a:t>The user uploads PDF, DOCX, or medical image files through the </a:t>
            </a:r>
            <a:r>
              <a:rPr lang="en-IN" sz="1200" dirty="0" err="1"/>
              <a:t>Streamlit</a:t>
            </a:r>
            <a:r>
              <a:rPr lang="en-IN" sz="1200" dirty="0"/>
              <a:t> interface. 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/>
          </a:p>
          <a:p>
            <a:pPr marL="228600" indent="-228600">
              <a:buFont typeface="+mj-lt"/>
              <a:buAutoNum type="arabicPeriod"/>
            </a:pPr>
            <a:r>
              <a:rPr lang="en-IN" sz="1200" dirty="0" err="1"/>
              <a:t>FastAPI</a:t>
            </a:r>
            <a:r>
              <a:rPr lang="en-IN" sz="1200" dirty="0"/>
              <a:t> receives the uploaded file and validates its format before initiating the processing pipeline. 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/>
          </a:p>
          <a:p>
            <a:pPr marL="228600" indent="-228600">
              <a:buFont typeface="+mj-lt"/>
              <a:buAutoNum type="arabicPeriod"/>
            </a:pPr>
            <a:r>
              <a:rPr lang="en-IN" sz="1200" dirty="0"/>
              <a:t>The appropriate document loader extracts content based on the file type (</a:t>
            </a:r>
            <a:r>
              <a:rPr lang="en-IN" sz="1200" dirty="0" err="1"/>
              <a:t>PyPDFLoader</a:t>
            </a:r>
            <a:r>
              <a:rPr lang="en-IN" sz="1200" dirty="0"/>
              <a:t>, </a:t>
            </a:r>
            <a:r>
              <a:rPr lang="en-IN" sz="1200" dirty="0" err="1"/>
              <a:t>DocxLoader</a:t>
            </a:r>
            <a:r>
              <a:rPr lang="en-IN" sz="1200" dirty="0"/>
              <a:t>, or Image Pipeline). 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/>
          </a:p>
          <a:p>
            <a:pPr marL="228600" indent="-228600">
              <a:buFont typeface="+mj-lt"/>
              <a:buAutoNum type="arabicPeriod"/>
            </a:pPr>
            <a:r>
              <a:rPr lang="en-IN" sz="1200" dirty="0"/>
              <a:t>For image documents, </a:t>
            </a:r>
            <a:r>
              <a:rPr lang="en-IN" sz="1200" dirty="0" err="1"/>
              <a:t>EasyOCR</a:t>
            </a:r>
            <a:r>
              <a:rPr lang="en-IN" sz="1200" dirty="0"/>
              <a:t> extracts text while Llama 4 Scout Vision </a:t>
            </a:r>
            <a:r>
              <a:rPr lang="en-IN" sz="1200" dirty="0" err="1"/>
              <a:t>analyzes</a:t>
            </a:r>
            <a:r>
              <a:rPr lang="en-IN" sz="1200" dirty="0"/>
              <a:t> visual medical content. 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/>
          </a:p>
          <a:p>
            <a:pPr marL="228600" indent="-228600">
              <a:buFont typeface="+mj-lt"/>
              <a:buAutoNum type="arabicPeriod"/>
            </a:pPr>
            <a:r>
              <a:rPr lang="en-IN" sz="1200" dirty="0"/>
              <a:t>The extracted content is converted into a standardized </a:t>
            </a:r>
            <a:r>
              <a:rPr lang="en-IN" sz="1200" dirty="0" err="1"/>
              <a:t>LangChain</a:t>
            </a:r>
            <a:r>
              <a:rPr lang="en-IN" sz="1200" dirty="0"/>
              <a:t> Document format for uniform processing. 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/>
          </a:p>
          <a:p>
            <a:pPr marL="228600" indent="-228600">
              <a:buFont typeface="+mj-lt"/>
              <a:buAutoNum type="arabicPeriod"/>
            </a:pPr>
            <a:r>
              <a:rPr lang="en-IN" sz="1200" dirty="0"/>
              <a:t>The document is split into smaller chunks using Recursive Character Text Splitter (500 characters with 50-character overlap). 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/>
          </a:p>
          <a:p>
            <a:pPr marL="228600" indent="-228600">
              <a:buFont typeface="+mj-lt"/>
              <a:buAutoNum type="arabicPeriod"/>
            </a:pPr>
            <a:r>
              <a:rPr lang="en-IN" sz="1200" dirty="0"/>
              <a:t>Each chunk is converted into vector embeddings using the </a:t>
            </a:r>
            <a:r>
              <a:rPr lang="en-IN" sz="1200" dirty="0" err="1"/>
              <a:t>MiniLM</a:t>
            </a:r>
            <a:r>
              <a:rPr lang="en-IN" sz="1200" dirty="0"/>
              <a:t> embedding model and stored in the FAISS Vector Database. 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/>
          </a:p>
          <a:p>
            <a:pPr marL="228600" indent="-228600">
              <a:buFont typeface="+mj-lt"/>
              <a:buAutoNum type="arabicPeriod"/>
            </a:pPr>
            <a:r>
              <a:rPr lang="en-IN" sz="1200" dirty="0"/>
              <a:t>The indexed documents become immediately available for semantic retrieval, enabling accurate RAG-based question answering</a:t>
            </a:r>
          </a:p>
        </p:txBody>
      </p:sp>
    </p:spTree>
    <p:extLst>
      <p:ext uri="{BB962C8B-B14F-4D97-AF65-F5344CB8AC3E}">
        <p14:creationId xmlns:p14="http://schemas.microsoft.com/office/powerpoint/2010/main" val="3707381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2C45C-BDD1-B306-3DC7-50326CF18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21263C1-D47C-4CCD-98EB-56004677021B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97E2479-0EE6-8C20-5003-8A2DC34BBF29}"/>
              </a:ext>
            </a:extLst>
          </p:cNvPr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D6CD51-9C46-84E0-3880-9803F6830A17}"/>
              </a:ext>
            </a:extLst>
          </p:cNvPr>
          <p:cNvSpPr/>
          <p:nvPr/>
        </p:nvSpPr>
        <p:spPr>
          <a:xfrm>
            <a:off x="502919" y="209621"/>
            <a:ext cx="8278771" cy="52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600" b="1"/>
            </a:pPr>
            <a:r>
              <a:rPr lang="en-IN" dirty="0"/>
              <a:t>Answer Evaluation Flow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D2EBC20-08D9-C5A8-6046-A365810516A2}"/>
              </a:ext>
            </a:extLst>
          </p:cNvPr>
          <p:cNvSpPr/>
          <p:nvPr/>
        </p:nvSpPr>
        <p:spPr>
          <a:xfrm>
            <a:off x="827532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1AA"/>
                </a:solidFill>
              </a:rPr>
              <a:t>MediAssist AI | Production Architecture Overview | 6</a:t>
            </a:r>
            <a:endParaRPr lang="en-US" sz="75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85538E-9B9C-1516-D554-174D50743588}"/>
              </a:ext>
            </a:extLst>
          </p:cNvPr>
          <p:cNvSpPr txBox="1"/>
          <p:nvPr/>
        </p:nvSpPr>
        <p:spPr>
          <a:xfrm>
            <a:off x="199845" y="2122099"/>
            <a:ext cx="1179230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200" dirty="0"/>
              <a:t>The Reasoning Agent generates an answer using the retrieved context and the user's question.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/>
          </a:p>
          <a:p>
            <a:pPr marL="228600" indent="-228600">
              <a:buFont typeface="+mj-lt"/>
              <a:buAutoNum type="arabicPeriod"/>
            </a:pPr>
            <a:r>
              <a:rPr lang="en-IN" sz="1200" dirty="0"/>
              <a:t>The retrieved context, user query, and generated answer are passed to the Evaluation Agent.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/>
          </a:p>
          <a:p>
            <a:pPr marL="228600" indent="-228600">
              <a:buFont typeface="+mj-lt"/>
              <a:buAutoNum type="arabicPeriod"/>
            </a:pPr>
            <a:r>
              <a:rPr lang="en-IN" sz="1200" dirty="0"/>
              <a:t> The Evaluation Agent constructs an LLM-as-a-Judge prompt containing the question, context, and response. 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/>
          </a:p>
          <a:p>
            <a:pPr marL="228600" indent="-228600">
              <a:buFont typeface="+mj-lt"/>
              <a:buAutoNum type="arabicPeriod"/>
            </a:pPr>
            <a:r>
              <a:rPr lang="en-IN" sz="1200" dirty="0"/>
              <a:t>The Judge LLM compares the generated answer against the retrieved context to verify correctness and grounding. 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/>
          </a:p>
          <a:p>
            <a:pPr marL="228600" indent="-228600">
              <a:buFont typeface="+mj-lt"/>
              <a:buAutoNum type="arabicPeriod"/>
            </a:pPr>
            <a:r>
              <a:rPr lang="en-IN" sz="1200" dirty="0"/>
              <a:t>The response is evaluated across key metrics including Relevance, Faithfulness, </a:t>
            </a:r>
            <a:r>
              <a:rPr lang="en-IN" sz="1200" dirty="0" err="1"/>
              <a:t>Groundedness</a:t>
            </a:r>
            <a:r>
              <a:rPr lang="en-IN" sz="1200" dirty="0"/>
              <a:t>, and Completeness.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/>
          </a:p>
          <a:p>
            <a:pPr marL="228600" indent="-228600">
              <a:buFont typeface="+mj-lt"/>
              <a:buAutoNum type="arabicPeriod"/>
            </a:pPr>
            <a:r>
              <a:rPr lang="en-IN" sz="1200" dirty="0"/>
              <a:t> Each evaluation metric is assigned a numerical score along with qualitative remarks explaining the assessment. 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/>
          </a:p>
          <a:p>
            <a:pPr marL="228600" indent="-228600">
              <a:buFont typeface="+mj-lt"/>
              <a:buAutoNum type="arabicPeriod"/>
            </a:pPr>
            <a:r>
              <a:rPr lang="en-IN" sz="1200" dirty="0"/>
              <a:t>The evaluation scores are logged and displayed on the analytics dashboard for monitoring AI performance over time. 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/>
          </a:p>
          <a:p>
            <a:pPr marL="228600" indent="-228600">
              <a:buFont typeface="+mj-lt"/>
              <a:buAutoNum type="arabicPeriod"/>
            </a:pPr>
            <a:r>
              <a:rPr lang="en-IN" sz="1200" dirty="0"/>
              <a:t>The final validated response and evaluation results are returned to the user, ensuring reliable and trustworthy AI outputs</a:t>
            </a:r>
            <a:r>
              <a:rPr lang="en-IN" sz="1200" b="1" dirty="0"/>
              <a:t>.</a:t>
            </a:r>
            <a:endParaRPr lang="en-IN" sz="1200" dirty="0"/>
          </a:p>
        </p:txBody>
      </p:sp>
      <p:sp>
        <p:nvSpPr>
          <p:cNvPr id="17" name="Rounded Rectangle 2">
            <a:extLst>
              <a:ext uri="{FF2B5EF4-FFF2-40B4-BE49-F238E27FC236}">
                <a16:creationId xmlns:a16="http://schemas.microsoft.com/office/drawing/2014/main" id="{E242FC88-DB8B-C2FF-9927-CDC0A689AA58}"/>
              </a:ext>
            </a:extLst>
          </p:cNvPr>
          <p:cNvSpPr/>
          <p:nvPr/>
        </p:nvSpPr>
        <p:spPr>
          <a:xfrm>
            <a:off x="1600344" y="896803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rPr lang="en-IN" sz="1200" dirty="0"/>
              <a:t>Answer</a:t>
            </a:r>
            <a:endParaRPr sz="1200" dirty="0"/>
          </a:p>
        </p:txBody>
      </p:sp>
      <p:sp>
        <p:nvSpPr>
          <p:cNvPr id="18" name="Chevron 3">
            <a:extLst>
              <a:ext uri="{FF2B5EF4-FFF2-40B4-BE49-F238E27FC236}">
                <a16:creationId xmlns:a16="http://schemas.microsoft.com/office/drawing/2014/main" id="{782EAE8C-12B1-9E17-21C2-85FCEF042821}"/>
              </a:ext>
            </a:extLst>
          </p:cNvPr>
          <p:cNvSpPr/>
          <p:nvPr/>
        </p:nvSpPr>
        <p:spPr>
          <a:xfrm>
            <a:off x="2789064" y="1006531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DCF5F3D5-B04E-C367-223F-F42A3512E22E}"/>
              </a:ext>
            </a:extLst>
          </p:cNvPr>
          <p:cNvSpPr/>
          <p:nvPr/>
        </p:nvSpPr>
        <p:spPr>
          <a:xfrm>
            <a:off x="3109104" y="896803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rPr lang="en-IN" dirty="0"/>
              <a:t>Retrieved </a:t>
            </a:r>
            <a:r>
              <a:rPr dirty="0"/>
              <a:t>Context</a:t>
            </a:r>
          </a:p>
        </p:txBody>
      </p:sp>
      <p:sp>
        <p:nvSpPr>
          <p:cNvPr id="20" name="Chevron 5">
            <a:extLst>
              <a:ext uri="{FF2B5EF4-FFF2-40B4-BE49-F238E27FC236}">
                <a16:creationId xmlns:a16="http://schemas.microsoft.com/office/drawing/2014/main" id="{DD869D8D-25BF-BDF3-0231-2B540C4BF9CB}"/>
              </a:ext>
            </a:extLst>
          </p:cNvPr>
          <p:cNvSpPr/>
          <p:nvPr/>
        </p:nvSpPr>
        <p:spPr>
          <a:xfrm>
            <a:off x="4297824" y="1006531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E109AD63-2AAF-36F7-A263-19F9BD0FB5C9}"/>
              </a:ext>
            </a:extLst>
          </p:cNvPr>
          <p:cNvSpPr/>
          <p:nvPr/>
        </p:nvSpPr>
        <p:spPr>
          <a:xfrm>
            <a:off x="4617864" y="896803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rPr dirty="0"/>
              <a:t>Judge Prompt</a:t>
            </a:r>
          </a:p>
        </p:txBody>
      </p:sp>
      <p:sp>
        <p:nvSpPr>
          <p:cNvPr id="22" name="Chevron 7">
            <a:extLst>
              <a:ext uri="{FF2B5EF4-FFF2-40B4-BE49-F238E27FC236}">
                <a16:creationId xmlns:a16="http://schemas.microsoft.com/office/drawing/2014/main" id="{413C8D5A-02B9-3AF6-CF56-12C4B492926F}"/>
              </a:ext>
            </a:extLst>
          </p:cNvPr>
          <p:cNvSpPr/>
          <p:nvPr/>
        </p:nvSpPr>
        <p:spPr>
          <a:xfrm>
            <a:off x="5806584" y="1006531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" name="Rounded Rectangle 8">
            <a:extLst>
              <a:ext uri="{FF2B5EF4-FFF2-40B4-BE49-F238E27FC236}">
                <a16:creationId xmlns:a16="http://schemas.microsoft.com/office/drawing/2014/main" id="{F5361498-F0DB-9DA0-5E3C-DBB08056468D}"/>
              </a:ext>
            </a:extLst>
          </p:cNvPr>
          <p:cNvSpPr/>
          <p:nvPr/>
        </p:nvSpPr>
        <p:spPr>
          <a:xfrm>
            <a:off x="6126624" y="896803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t>LLM Judge</a:t>
            </a:r>
          </a:p>
        </p:txBody>
      </p:sp>
      <p:sp>
        <p:nvSpPr>
          <p:cNvPr id="24" name="Chevron 9">
            <a:extLst>
              <a:ext uri="{FF2B5EF4-FFF2-40B4-BE49-F238E27FC236}">
                <a16:creationId xmlns:a16="http://schemas.microsoft.com/office/drawing/2014/main" id="{26A8FF5C-F3CE-711A-B490-0847567CE4E7}"/>
              </a:ext>
            </a:extLst>
          </p:cNvPr>
          <p:cNvSpPr/>
          <p:nvPr/>
        </p:nvSpPr>
        <p:spPr>
          <a:xfrm>
            <a:off x="7315344" y="1006531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Rounded Rectangle 10">
            <a:extLst>
              <a:ext uri="{FF2B5EF4-FFF2-40B4-BE49-F238E27FC236}">
                <a16:creationId xmlns:a16="http://schemas.microsoft.com/office/drawing/2014/main" id="{02A04285-F4A0-7C74-A0BE-E64488BDFB53}"/>
              </a:ext>
            </a:extLst>
          </p:cNvPr>
          <p:cNvSpPr/>
          <p:nvPr/>
        </p:nvSpPr>
        <p:spPr>
          <a:xfrm>
            <a:off x="7635384" y="896803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t>Metrics</a:t>
            </a:r>
          </a:p>
        </p:txBody>
      </p:sp>
      <p:sp>
        <p:nvSpPr>
          <p:cNvPr id="26" name="Chevron 11">
            <a:extLst>
              <a:ext uri="{FF2B5EF4-FFF2-40B4-BE49-F238E27FC236}">
                <a16:creationId xmlns:a16="http://schemas.microsoft.com/office/drawing/2014/main" id="{AA3F7B62-C65C-6C17-624D-17509BF6E563}"/>
              </a:ext>
            </a:extLst>
          </p:cNvPr>
          <p:cNvSpPr/>
          <p:nvPr/>
        </p:nvSpPr>
        <p:spPr>
          <a:xfrm>
            <a:off x="8824104" y="1006531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B2B6FB47-D29B-F80E-475B-776305A56C57}"/>
              </a:ext>
            </a:extLst>
          </p:cNvPr>
          <p:cNvSpPr/>
          <p:nvPr/>
        </p:nvSpPr>
        <p:spPr>
          <a:xfrm>
            <a:off x="9144144" y="896803"/>
            <a:ext cx="11887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/>
            </a:pPr>
            <a: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697555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4634A-06A3-4D6A-4629-D6194179E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752373-7223-DA3C-9FBA-A33CCB9052A1}"/>
              </a:ext>
            </a:extLst>
          </p:cNvPr>
          <p:cNvSpPr/>
          <p:nvPr/>
        </p:nvSpPr>
        <p:spPr>
          <a:xfrm>
            <a:off x="-50649" y="-237744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E3F3024-6BD8-5473-542F-2D1653D82E4E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AD073A2-1D6C-A34F-CC9A-80BB6A5DC1D8}"/>
              </a:ext>
            </a:extLst>
          </p:cNvPr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B8841BD-35D9-F91B-A230-8F1C82F8AFAB}"/>
              </a:ext>
            </a:extLst>
          </p:cNvPr>
          <p:cNvSpPr/>
          <p:nvPr/>
        </p:nvSpPr>
        <p:spPr>
          <a:xfrm>
            <a:off x="502920" y="320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Framework: LLM-as-a-Judge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F5EB0CA-84AA-6053-8F72-4792E2BC3E46}"/>
              </a:ext>
            </a:extLst>
          </p:cNvPr>
          <p:cNvSpPr/>
          <p:nvPr/>
        </p:nvSpPr>
        <p:spPr>
          <a:xfrm>
            <a:off x="521208" y="749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Evaluation compares answer quality against the retrieved context, which is practical for dynamic user documents.</a:t>
            </a: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BF76927-174D-8F23-DA06-C86469A25674}"/>
              </a:ext>
            </a:extLst>
          </p:cNvPr>
          <p:cNvSpPr/>
          <p:nvPr/>
        </p:nvSpPr>
        <p:spPr>
          <a:xfrm>
            <a:off x="827532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1AA"/>
                </a:solidFill>
              </a:rPr>
              <a:t>MediAssist AI | Production Architecture Overview | 13</a:t>
            </a:r>
            <a:endParaRPr lang="en-US" sz="750" dirty="0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0B6F13BF-DC06-CD47-0558-A5398BE3A8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3890892"/>
              </p:ext>
            </p:extLst>
          </p:nvPr>
        </p:nvGraphicFramePr>
        <p:xfrm>
          <a:off x="-101298" y="777240"/>
          <a:ext cx="12090401" cy="494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6" name="TextBox 95">
            <a:extLst>
              <a:ext uri="{FF2B5EF4-FFF2-40B4-BE49-F238E27FC236}">
                <a16:creationId xmlns:a16="http://schemas.microsoft.com/office/drawing/2014/main" id="{FD213F9F-3B2F-F3C6-1AFD-222CFF9A1B31}"/>
              </a:ext>
            </a:extLst>
          </p:cNvPr>
          <p:cNvSpPr txBox="1"/>
          <p:nvPr/>
        </p:nvSpPr>
        <p:spPr>
          <a:xfrm>
            <a:off x="-202594" y="6165177"/>
            <a:ext cx="12292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rPr dirty="0"/>
              <a:t>Question + Retrieved Context + Generated Answer   →   LLM-as-a-Judge   →   Evaluation Report (Scores &amp; Remarks)</a:t>
            </a:r>
          </a:p>
        </p:txBody>
      </p:sp>
    </p:spTree>
    <p:extLst>
      <p:ext uri="{BB962C8B-B14F-4D97-AF65-F5344CB8AC3E}">
        <p14:creationId xmlns:p14="http://schemas.microsoft.com/office/powerpoint/2010/main" val="2966150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Vector Database Comparison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FAISS is the right current choice; the architecture remains open for enterprise migration.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1874520" cy="36576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Vector DB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1078992"/>
            <a:ext cx="2240280" cy="36576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Best fit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1078992"/>
            <a:ext cx="3794760" cy="36576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Strengths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0" y="1078992"/>
            <a:ext cx="3154680" cy="36576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Trade-offs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490472"/>
            <a:ext cx="187452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FAISS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1490472"/>
            <a:ext cx="224028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Current local prototype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1490472"/>
            <a:ext cx="379476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Fast local search; simple persistence; no external cost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0" y="1490472"/>
            <a:ext cx="315468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Limited managed scale/tenancy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130552"/>
            <a:ext cx="1874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Chroma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2130552"/>
            <a:ext cx="2240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Small team local apps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2130552"/>
            <a:ext cx="37947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Easy API; metadata filtering; persistent collections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2130552"/>
            <a:ext cx="3154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Operational limits at scale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770632"/>
            <a:ext cx="187452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Pinecone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2770632"/>
            <a:ext cx="224028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Managed SaaS production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2770632"/>
            <a:ext cx="379476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Scalable managed vector search with filtering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2770632"/>
            <a:ext cx="315468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Cost and vendor dependency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410712"/>
            <a:ext cx="1874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Azure AI Search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3410712"/>
            <a:ext cx="2240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Azure enterprise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3410712"/>
            <a:ext cx="37947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Hybrid search, RBAC, monitoring, Azure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3410712"/>
            <a:ext cx="3154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More setup and cloud cost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050792"/>
            <a:ext cx="187452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Milvus / Weaviate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4050792"/>
            <a:ext cx="224028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Self-hosted large scale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4050792"/>
            <a:ext cx="379476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Distributed, metadata-rich, scalable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4050792"/>
            <a:ext cx="315468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4E0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</a:rPr>
              <a:t>Requires cluster operations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5184475"/>
            <a:ext cx="10972800" cy="713405"/>
          </a:xfrm>
          <a:prstGeom prst="rect">
            <a:avLst/>
          </a:prstGeom>
          <a:solidFill>
            <a:srgbClr val="EAF3FF"/>
          </a:solidFill>
          <a:ln>
            <a:solidFill>
              <a:srgbClr val="A9D3F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Selected  FAISS for this version because it matches the current folder structure, local persistence and rapid demo needs.</a:t>
            </a:r>
          </a:p>
          <a:p>
            <a:pPr marL="0" indent="0">
              <a:buNone/>
            </a:pPr>
            <a:endParaRPr lang="en-US" sz="1200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 For enterprise hospital deployment, evaluate Azure AI Search when RBAC, hybrid search, audit logging and managed availability become mandatory.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7532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1AA"/>
                </a:solidFill>
              </a:rPr>
              <a:t>MediAssist AI | Production Architecture Overview | 8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Hallucination, Safety &amp; Governance Controls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Controls are built into planning, retrieval, answer generation, evaluation and monitoring.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7532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1AA"/>
                </a:solidFill>
              </a:rPr>
              <a:t>MediAssist AI | Production Architecture Overview | 15</a:t>
            </a:r>
            <a:endParaRPr lang="en-US" sz="750" dirty="0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38ADB043-017D-A288-BB64-EC52CA06D2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3675649"/>
              </p:ext>
            </p:extLst>
          </p:nvPr>
        </p:nvGraphicFramePr>
        <p:xfrm>
          <a:off x="258100" y="1154098"/>
          <a:ext cx="11424914" cy="3586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0EE4531-06A8-0091-D170-D0E9747F8FFD}"/>
              </a:ext>
            </a:extLst>
          </p:cNvPr>
          <p:cNvSpPr txBox="1"/>
          <p:nvPr/>
        </p:nvSpPr>
        <p:spPr>
          <a:xfrm>
            <a:off x="215424" y="5415695"/>
            <a:ext cx="11388325" cy="9541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/>
              <a:t>Governance recommendation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200" dirty="0"/>
              <a:t>For hospital-grade production, add role-based access, PHI redaction, audit trails, human approval for clinical-risk workflows, regression test sets for static SOPs, and periodic evaluation runs after document/model changes.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41EDA-ED45-28D8-C179-FA1BA872E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43A6AD-0B84-25C9-3B9B-499B602A519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C16CD34-3043-CFA4-DAE6-636087C4381E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B07A2DF-789B-CC06-3124-F6B576F56904}"/>
              </a:ext>
            </a:extLst>
          </p:cNvPr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6A0DE4-A5C0-26EA-321D-DA74F674AE72}"/>
              </a:ext>
            </a:extLst>
          </p:cNvPr>
          <p:cNvSpPr/>
          <p:nvPr/>
        </p:nvSpPr>
        <p:spPr>
          <a:xfrm>
            <a:off x="502920" y="320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Readiness Summary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5C222C5-4E62-434E-2B04-834B88195311}"/>
              </a:ext>
            </a:extLst>
          </p:cNvPr>
          <p:cNvSpPr/>
          <p:nvPr/>
        </p:nvSpPr>
        <p:spPr>
          <a:xfrm>
            <a:off x="521208" y="749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What makes MediAssist AI credible as a professional enterprise AI system.</a:t>
            </a: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6194C47-51E1-D2B7-3C26-2999C2A7171C}"/>
              </a:ext>
            </a:extLst>
          </p:cNvPr>
          <p:cNvSpPr/>
          <p:nvPr/>
        </p:nvSpPr>
        <p:spPr>
          <a:xfrm>
            <a:off x="827532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1AA"/>
                </a:solidFill>
              </a:rPr>
              <a:t>MediAssist AI | Production Architecture Overview | 16</a:t>
            </a:r>
            <a:endParaRPr lang="en-US" sz="7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CDEB96-FFAC-42D9-071B-40635A06D2D9}"/>
              </a:ext>
            </a:extLst>
          </p:cNvPr>
          <p:cNvSpPr txBox="1"/>
          <p:nvPr/>
        </p:nvSpPr>
        <p:spPr>
          <a:xfrm>
            <a:off x="207034" y="1076923"/>
            <a:ext cx="11024558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B1F3A"/>
                </a:solidFill>
              </a:rPr>
              <a:t>Modular design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Backend, frontend, graph orchestration, RAG, MCP, evaluation, logs and dashboard are separated cleanly.</a:t>
            </a:r>
          </a:p>
          <a:p>
            <a:endParaRPr lang="en-US" sz="1600" dirty="0">
              <a:solidFill>
                <a:srgbClr val="1F2937"/>
              </a:solidFill>
            </a:endParaRPr>
          </a:p>
          <a:p>
            <a:r>
              <a:rPr lang="en-US" sz="1600" b="1" dirty="0">
                <a:solidFill>
                  <a:srgbClr val="0B1F3A"/>
                </a:solidFill>
              </a:rPr>
              <a:t>Grounded intelligence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Answers are generated from retrieved user documents or controlled MCP tool output, not unsupported model memory.</a:t>
            </a:r>
          </a:p>
          <a:p>
            <a:endParaRPr lang="en-US" sz="1600" dirty="0">
              <a:solidFill>
                <a:srgbClr val="1F2937"/>
              </a:solidFill>
            </a:endParaRPr>
          </a:p>
          <a:p>
            <a:r>
              <a:rPr lang="en-US" sz="1600" b="1" dirty="0">
                <a:solidFill>
                  <a:srgbClr val="0B1F3A"/>
                </a:solidFill>
              </a:rPr>
              <a:t>Multimodal support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Images are processed through OCR + vision and converted into searchable documents.</a:t>
            </a:r>
          </a:p>
          <a:p>
            <a:endParaRPr lang="en-US" sz="1600" dirty="0">
              <a:solidFill>
                <a:srgbClr val="1F2937"/>
              </a:solidFill>
            </a:endParaRPr>
          </a:p>
          <a:p>
            <a:r>
              <a:rPr lang="en-US" sz="1600" b="1" dirty="0">
                <a:solidFill>
                  <a:srgbClr val="0B1F3A"/>
                </a:solidFill>
              </a:rPr>
              <a:t>Evaluation and observability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LLM-as-a-Judge and logs provide a quality control loop; dashboard surfaces analytics and token usage.</a:t>
            </a:r>
          </a:p>
          <a:p>
            <a:endParaRPr lang="en-US" sz="1600" dirty="0">
              <a:solidFill>
                <a:srgbClr val="1F2937"/>
              </a:solidFill>
            </a:endParaRPr>
          </a:p>
          <a:p>
            <a:r>
              <a:rPr lang="en-US" sz="1600" b="1" dirty="0">
                <a:solidFill>
                  <a:srgbClr val="0B1F3A"/>
                </a:solidFill>
              </a:rPr>
              <a:t>Deployment path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Docker files and Render/Azure-compatible configuration support realistic deployment progression.</a:t>
            </a:r>
          </a:p>
          <a:p>
            <a:endParaRPr lang="en-US" sz="1600" dirty="0">
              <a:solidFill>
                <a:srgbClr val="1F2937"/>
              </a:solidFill>
            </a:endParaRPr>
          </a:p>
          <a:p>
            <a:r>
              <a:rPr lang="en-US" sz="1600" b="1" dirty="0">
                <a:solidFill>
                  <a:srgbClr val="0B1F3A"/>
                </a:solidFill>
              </a:rPr>
              <a:t>Future enterprise upgrades</a:t>
            </a:r>
            <a:endParaRPr lang="en-US" sz="1600" dirty="0"/>
          </a:p>
          <a:p>
            <a:r>
              <a:rPr lang="en-IN" sz="1600" dirty="0"/>
              <a:t>Implement </a:t>
            </a:r>
            <a:r>
              <a:rPr lang="en-IN" sz="1600" b="1" dirty="0"/>
              <a:t>User Authentication and Role-Based Access Control (RBAC)</a:t>
            </a:r>
            <a:r>
              <a:rPr lang="en-IN" sz="1600" dirty="0"/>
              <a:t> to provide secure, permission-based access for different hospital users. Introduce </a:t>
            </a:r>
            <a:r>
              <a:rPr lang="en-IN" sz="1600" b="1" dirty="0"/>
              <a:t>Token Usage Monitoring and Cost Analytics</a:t>
            </a:r>
            <a:r>
              <a:rPr lang="en-IN" sz="1600" dirty="0"/>
              <a:t> to track LLM consumption, optimize operational costs, and automatically start a new chat session when the configured token limit is reached, ensuring consistent performance and efficient context management.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91977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F269C-F035-3959-3608-74692FA51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5FD0A0-87D6-5850-AED0-789510DC9F9F}"/>
              </a:ext>
            </a:extLst>
          </p:cNvPr>
          <p:cNvSpPr/>
          <p:nvPr/>
        </p:nvSpPr>
        <p:spPr>
          <a:xfrm>
            <a:off x="0" y="-34504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8333680-B55D-1DB9-FFFA-175BA5271769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4F1D9BB-24D0-0640-4BE1-9EF61388A92B}"/>
              </a:ext>
            </a:extLst>
          </p:cNvPr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40105DE-3438-6DC8-745C-0C374BA2AA9A}"/>
              </a:ext>
            </a:extLst>
          </p:cNvPr>
          <p:cNvSpPr/>
          <p:nvPr/>
        </p:nvSpPr>
        <p:spPr>
          <a:xfrm>
            <a:off x="827532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1AA"/>
                </a:solidFill>
              </a:rPr>
              <a:t>MediAssist AI | Production Architecture Overview | 16</a:t>
            </a:r>
            <a:endParaRPr lang="en-US" sz="7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D57627-C72E-AA1B-E4DB-30443899C793}"/>
              </a:ext>
            </a:extLst>
          </p:cNvPr>
          <p:cNvSpPr txBox="1"/>
          <p:nvPr/>
        </p:nvSpPr>
        <p:spPr>
          <a:xfrm>
            <a:off x="2613804" y="3068295"/>
            <a:ext cx="6521570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solidFill>
                  <a:schemeClr val="accent1"/>
                </a:solidFill>
              </a:rPr>
              <a:t>Thank You </a:t>
            </a:r>
            <a:r>
              <a:rPr lang="en-IN" sz="5400" dirty="0">
                <a:solidFill>
                  <a:schemeClr val="accent1"/>
                </a:solidFill>
                <a:sym typeface="Wingdings" panose="05000000000000000000" pitchFamily="2" charset="2"/>
              </a:rPr>
              <a:t></a:t>
            </a:r>
            <a:endParaRPr lang="en-IN" sz="5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692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2491</Words>
  <Application>Microsoft Office PowerPoint</Application>
  <PresentationFormat>Widescreen</PresentationFormat>
  <Paragraphs>316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MediAssist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MediAssist AI - Healthcare Agentic AI Copilot</dc:title>
  <dc:subject>MediAssist AI Production Architecture Overview</dc:subject>
  <dc:creator>OpenAI</dc:creator>
  <cp:lastModifiedBy>Gaurav Korekar</cp:lastModifiedBy>
  <cp:revision>8</cp:revision>
  <dcterms:created xsi:type="dcterms:W3CDTF">2026-07-11T08:39:59Z</dcterms:created>
  <dcterms:modified xsi:type="dcterms:W3CDTF">2026-07-11T16:55:52Z</dcterms:modified>
</cp:coreProperties>
</file>